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sldIdLst>
    <p:sldId id="256" r:id="rId5"/>
    <p:sldId id="257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B9FF"/>
    <a:srgbClr val="FF5B5B"/>
    <a:srgbClr val="8A6B3F"/>
    <a:srgbClr val="A8C545"/>
    <a:srgbClr val="FFE55C"/>
    <a:srgbClr val="4A4A4A"/>
    <a:srgbClr val="4F6272"/>
    <a:srgbClr val="FFF8E7"/>
    <a:srgbClr val="4A3B2A"/>
    <a:srgbClr val="F58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0" autoAdjust="0"/>
    <p:restoredTop sz="94660"/>
  </p:normalViewPr>
  <p:slideViewPr>
    <p:cSldViewPr snapToGrid="0">
      <p:cViewPr>
        <p:scale>
          <a:sx n="78" d="100"/>
          <a:sy n="78" d="100"/>
        </p:scale>
        <p:origin x="11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12FE8-19DA-4B82-8D02-8CB02252BFB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656CA-3D4A-4279-AB3C-9BB9A455B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84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656CA-3D4A-4279-AB3C-9BB9A455B5A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7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8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07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934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51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79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6275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61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96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81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10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38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4C4A9-FB74-4EAA-AE2D-430448B869D0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D51B7-724A-4194-9326-0F7CEAC7F8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72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680D132-0F95-CD80-0CED-19501CF85547}"/>
              </a:ext>
            </a:extLst>
          </p:cNvPr>
          <p:cNvGrpSpPr/>
          <p:nvPr/>
        </p:nvGrpSpPr>
        <p:grpSpPr>
          <a:xfrm>
            <a:off x="-349876" y="4715071"/>
            <a:ext cx="2893052" cy="2884362"/>
            <a:chOff x="1387203" y="2001633"/>
            <a:chExt cx="3726884" cy="3792015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D14A256-811F-C5E2-921B-92E20B5E71A0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BF8DAB4-E617-71B4-607E-83C9C6D3F74F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07C1272E-BA3B-7D9C-7D51-B96EB47EEEE2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053CEEF-3C7C-D934-2271-CB85FE91EDAE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0211BA02-8F4E-F162-CC32-D82D0C7D0DEA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0D643CD-E812-939A-6675-F9B41EBFE4D9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8E94D88-616C-E843-1663-328B6C7824C4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37F1F33-C024-8637-52AE-C876599A0585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99B835F5-4E94-BE75-EC4E-00C758545A03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627706E-9993-0FFF-AA70-D5CE895BB01A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04C03CD1-351D-9EDE-DB8A-A8C0A2777B3C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AD5D4384-8BF5-64A8-6642-6CFCFF649D7C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1C2736C-1795-BA2A-364E-12A54874030A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FFC01FB-3B4F-C044-96FC-8B505BC86530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F868834-51E6-E45B-0307-CF9B5EDF9036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F6FF999-423C-C4E2-9EF1-D5DA667ED7D4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C09741E0-9B38-1B1D-94F7-9D50664361F6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9F0E4E7-91F2-8671-A796-10F97B8DD5AE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768678A5-85CF-945F-A7D1-BBCCB448C801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5D2647BB-12B0-8223-8C93-88AE6C3CE56F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C7F644D0-487D-DE9A-53ED-ED1BEB25871C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843328CF-D873-15F9-946B-2173AE18BD46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BA889864-F5C8-17A2-3E7B-3D4467A23F02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E2DDDB7-BD88-007D-6BC5-DD87E9C95021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B626CDD3-F02D-4301-36BA-8F601744A934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F17F7168-2E20-E2CE-D144-D9E9763148F7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39305C9A-2235-6C5C-9480-AF1CA6917F41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9279EB35-C289-3FFB-0312-06D9865AD768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AA14E8DD-0ED8-F288-FD26-F8CF7C1C7CF8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123554AB-3367-E195-010E-CA24ED9908AA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713286D9-52E9-686F-EBCD-816BB987435D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69A91DE5-D623-9227-505D-DE8E65D643A6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F42DA81D-FF78-BCF3-A866-1C8BD5F291FE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208D10E-847A-F4B3-F937-310A63532EA4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BF074264-E923-12CA-B4B6-3ED045E30060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3B65F0C8-4BA8-507E-9304-8F4AC516A770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15184819-64EF-5EBB-E0C8-2A9208377C09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8E7A345C-9911-AC18-2858-92641A16BE77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29244CAD-13CE-C9D3-B888-46F931CDD94D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84D0927B-F1D4-7A82-D5A0-E74CA3647B94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A3F5C816-3FA7-8A0F-3EDC-C52AC5BA40DF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E3810A95-E0A4-E8B0-B6A5-EAA4836F408F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0FCB756F-FB16-6EBF-ECE0-20904AFE0ABC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6F2940A5-B1A2-2E2A-AD0D-324242E958AA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4C9EC843-0D79-2FCD-D959-5A709633F3CC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82169D79-50B6-5E58-E304-657034204CDC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088ED11E-B546-17F1-B7DB-CAF229F3B176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A144DE09-5320-7DC2-8BBF-17E915E508FA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A968CA48-3D9A-2E82-DAFD-689229938FB5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72861893-4C6E-B7FB-C0F7-39027DA7AA72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82CF7614-0155-5941-C402-EB7D13031759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4ECCD0F0-5E8D-9860-69D4-1475D03FCA6A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2AC08DF3-587D-3C18-8EF6-9563A6450B5B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987DFD08-8157-FBE0-3427-AF57A3734731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DFCB651D-4587-A313-C6E4-99B015100949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2A74B4A9-2211-6F2D-9327-1F422F4A0CE3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B5B1B899-61C6-4010-08E6-7CC33095CA39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C7F5FE7D-AC34-15C9-AF28-A21500AD8EE2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1E67D53F-CD3C-51BD-4628-461AA62FF175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261D580D-B3F4-5609-A815-F9FF29D139BB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9A262310-556F-F6D8-BCE5-DEABF7423E0F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6DA75ED7-0D5C-8BF7-A9FF-AAC0228AAA78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C6F247A4-468E-96DB-BDE9-41BBFDE5145B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BE743706-72D6-A569-B8C9-A1FA3491D2AC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2B235198-98A2-9DD6-799E-B30EC385E9E1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02123782-E2A8-F1E8-455A-7779E94231BB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69BF4A26-7F66-DB22-15FA-3D4BF3580503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104A8562-537E-F0A6-3A32-5F0733627834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5B64D1E8-BEB2-E1E3-453C-C477DD6C6C8A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657C240A-83EC-FDFD-D5AD-B1AEF0C12F41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6476AD5F-762A-61B4-CEBD-2AAA9C63CF6F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E1A26F4E-C6E1-A57D-B18C-F9B05B74E7DA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47DA483C-900B-35A7-964A-C66CADC7019E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1D3EF128-3271-3BAB-8751-4913A7CB42CB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EE2662AB-7AA1-D5FB-4991-451A48352C78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20F2E213-9FF5-8AB0-ED11-FBC1FB4CAB60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79DE225A-7181-BA53-4405-A40F605C6AA6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B3A05212-03F9-8E26-2300-63CCEF624066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A7394AE1-B317-9E50-65F7-00553E350636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18479399-FB7C-FB6D-6FEB-AC5B6DA08D91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77B2F5F7-81BE-3B6C-AECB-3E0C7E334E8C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8E7B71A7-B3EE-6A55-6C36-F2E5B7CC1039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696E981A-F521-4D0D-2BF4-2725A72E3BB2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7612663E-B463-059F-BBCB-9529B2F8D54E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C9E78CB8-48B3-937A-8D85-F686B5AFAD95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7C61581E-4E13-E5C8-2893-00950481045B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25238097-E75F-F691-A994-AAC1C6F8BDAF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98F08D91-3C24-6243-A8FF-EDD6B646AB51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0DA6F42E-8807-74C9-0843-AAADBF8D0DE3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C70AB77A-041F-3505-ED4B-5BCF1DA7814B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B249D1E8-D44A-D4BB-AC40-C1610FA66017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79847F9B-215F-CF9F-29E9-7B1E000CC715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BEC56E86-5720-3B19-EACF-871018D9204A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ED2D760E-92DA-96F3-9A35-154C30771C9A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6B08F68B-5B13-A4A1-B093-4B98E13D2D80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D62D3EDF-7529-0956-BD42-D8F5663277C5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2F034575-5DAF-02BC-79C0-0E24673B80CB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0DF79258-97C9-B1AD-BBF5-C430763D022A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19FAE303-C8EC-A1DA-9C73-BA6E3279BD5C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87E29AF5-460F-2CE9-9C3D-9FEAACC24AEE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A6D2F5FE-1A16-E8B1-177F-D2345F5B59DF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00BA5984-2187-3B6A-00D7-AB7B4D988759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9EDECE07-B759-0962-45DC-FD9511943A14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1896926B-CCD2-E167-63E1-CA9D0ED59459}"/>
              </a:ext>
            </a:extLst>
          </p:cNvPr>
          <p:cNvGrpSpPr/>
          <p:nvPr/>
        </p:nvGrpSpPr>
        <p:grpSpPr>
          <a:xfrm>
            <a:off x="2862170" y="2109714"/>
            <a:ext cx="6696167" cy="7295803"/>
            <a:chOff x="2434019" y="1645250"/>
            <a:chExt cx="2772948" cy="2883888"/>
          </a:xfrm>
        </p:grpSpPr>
        <p:sp>
          <p:nvSpPr>
            <p:cNvPr id="111" name="楕円 110">
              <a:extLst>
                <a:ext uri="{FF2B5EF4-FFF2-40B4-BE49-F238E27FC236}">
                  <a16:creationId xmlns:a16="http://schemas.microsoft.com/office/drawing/2014/main" id="{22AA37A0-126A-1475-DDFB-D6B42E4FBB6C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33D3A178-B239-102F-7AC2-F1ABE9BA123C}"/>
                </a:ext>
              </a:extLst>
            </p:cNvPr>
            <p:cNvSpPr/>
            <p:nvPr/>
          </p:nvSpPr>
          <p:spPr>
            <a:xfrm rot="517136">
              <a:off x="4780462" y="23330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C927A57E-6F56-0D58-0AE5-82FBAAA09870}"/>
                </a:ext>
              </a:extLst>
            </p:cNvPr>
            <p:cNvSpPr/>
            <p:nvPr/>
          </p:nvSpPr>
          <p:spPr>
            <a:xfrm rot="21204511">
              <a:off x="2546324" y="21472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楕円 113">
              <a:extLst>
                <a:ext uri="{FF2B5EF4-FFF2-40B4-BE49-F238E27FC236}">
                  <a16:creationId xmlns:a16="http://schemas.microsoft.com/office/drawing/2014/main" id="{8D0A5DFF-B683-58A5-5674-6B11698E16F7}"/>
                </a:ext>
              </a:extLst>
            </p:cNvPr>
            <p:cNvSpPr/>
            <p:nvPr/>
          </p:nvSpPr>
          <p:spPr>
            <a:xfrm rot="1304466">
              <a:off x="2440028" y="2564725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5" name="楕円 114">
              <a:extLst>
                <a:ext uri="{FF2B5EF4-FFF2-40B4-BE49-F238E27FC236}">
                  <a16:creationId xmlns:a16="http://schemas.microsoft.com/office/drawing/2014/main" id="{9A05807B-97B6-64FC-303E-77ED839FE431}"/>
                </a:ext>
              </a:extLst>
            </p:cNvPr>
            <p:cNvSpPr/>
            <p:nvPr/>
          </p:nvSpPr>
          <p:spPr>
            <a:xfrm>
              <a:off x="2434019" y="1962431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6" name="楕円 115">
              <a:extLst>
                <a:ext uri="{FF2B5EF4-FFF2-40B4-BE49-F238E27FC236}">
                  <a16:creationId xmlns:a16="http://schemas.microsoft.com/office/drawing/2014/main" id="{88D29BDC-96B8-3733-B743-7A925A2C14E7}"/>
                </a:ext>
              </a:extLst>
            </p:cNvPr>
            <p:cNvSpPr/>
            <p:nvPr/>
          </p:nvSpPr>
          <p:spPr>
            <a:xfrm rot="21142850">
              <a:off x="4528333" y="2628646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楕円 116">
              <a:extLst>
                <a:ext uri="{FF2B5EF4-FFF2-40B4-BE49-F238E27FC236}">
                  <a16:creationId xmlns:a16="http://schemas.microsoft.com/office/drawing/2014/main" id="{4036C2C6-1DD4-BBF5-184F-53A967030174}"/>
                </a:ext>
              </a:extLst>
            </p:cNvPr>
            <p:cNvSpPr/>
            <p:nvPr/>
          </p:nvSpPr>
          <p:spPr>
            <a:xfrm>
              <a:off x="2775284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0F2C7456-5F4E-B02B-0BF9-E40B0D3FAD3B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楕円 118">
              <a:extLst>
                <a:ext uri="{FF2B5EF4-FFF2-40B4-BE49-F238E27FC236}">
                  <a16:creationId xmlns:a16="http://schemas.microsoft.com/office/drawing/2014/main" id="{3F23761A-A685-7563-A9D6-8572C303B9F6}"/>
                </a:ext>
              </a:extLst>
            </p:cNvPr>
            <p:cNvSpPr/>
            <p:nvPr/>
          </p:nvSpPr>
          <p:spPr>
            <a:xfrm>
              <a:off x="4761817" y="2040686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0" name="二等辺三角形 119">
              <a:extLst>
                <a:ext uri="{FF2B5EF4-FFF2-40B4-BE49-F238E27FC236}">
                  <a16:creationId xmlns:a16="http://schemas.microsoft.com/office/drawing/2014/main" id="{4D41744A-60E0-B6C7-4305-5B74DDAC5EF9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二等辺三角形 120">
              <a:extLst>
                <a:ext uri="{FF2B5EF4-FFF2-40B4-BE49-F238E27FC236}">
                  <a16:creationId xmlns:a16="http://schemas.microsoft.com/office/drawing/2014/main" id="{FA971AE2-67EC-62DA-BE98-5BA6F76EAD71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二等辺三角形 121">
              <a:extLst>
                <a:ext uri="{FF2B5EF4-FFF2-40B4-BE49-F238E27FC236}">
                  <a16:creationId xmlns:a16="http://schemas.microsoft.com/office/drawing/2014/main" id="{1087D20A-2A3D-FAD4-3643-5511ADED9949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二等辺三角形 122">
              <a:extLst>
                <a:ext uri="{FF2B5EF4-FFF2-40B4-BE49-F238E27FC236}">
                  <a16:creationId xmlns:a16="http://schemas.microsoft.com/office/drawing/2014/main" id="{ABD71A40-27B4-9C4A-4726-AB9430BD0792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4" name="グループ化 123">
            <a:extLst>
              <a:ext uri="{FF2B5EF4-FFF2-40B4-BE49-F238E27FC236}">
                <a16:creationId xmlns:a16="http://schemas.microsoft.com/office/drawing/2014/main" id="{7BF3CFA7-3C55-DD97-FC2E-1BC39866794C}"/>
              </a:ext>
            </a:extLst>
          </p:cNvPr>
          <p:cNvGrpSpPr/>
          <p:nvPr/>
        </p:nvGrpSpPr>
        <p:grpSpPr>
          <a:xfrm>
            <a:off x="2545724" y="4710309"/>
            <a:ext cx="2893052" cy="2884362"/>
            <a:chOff x="1387203" y="2001633"/>
            <a:chExt cx="3726884" cy="3792015"/>
          </a:xfrm>
        </p:grpSpPr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A247885B-571F-476D-FD75-A52C3325474D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3487B7F4-4C88-1012-13DD-ACD9FFA55B71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E41BCE5C-2A82-53CA-C817-161AE1EE9974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4E1DEEB7-E3E2-B39A-3E1B-8F0A99C5D296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FBC2057B-CBBA-27DC-1DFA-5FE3EB9B7A6E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D71D7967-ADE4-2E72-DE21-8A457680B270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D7CA7A6C-25EC-06DB-A13A-65E7661230C3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F9DD6438-CF71-347F-4703-5B87A4D1AFDA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098E4BA5-F7C0-6DE8-DAE7-EA6726CD3444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714B22C8-5A47-CA32-6C59-BFE85787586C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2F781C1E-4051-96B8-9515-C07BB61B710E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A9F42C54-3497-BFDF-F168-061692581C75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76ADEF40-2FAA-FB64-5EC9-1E5A72BA9979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ABD287D3-DD91-F56F-8291-1A312729416A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A132BA55-872E-CB2F-57F5-B75DD973E396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309369D6-4310-EA2F-E353-41F479A9DBFD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1A6C7A3A-B08D-1344-A9A5-761BC97E317C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DF7020D0-4815-39D9-2E63-02BC34960EB9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4C416546-E361-623F-FCDB-374A1CF8CDE0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B1C3847F-EFE7-F832-3AAB-B7ECE928398F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035DCE8C-F357-858C-8260-EB0549022AEE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7FD4862A-DDFD-CC80-F563-CB78F0731116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FA071CB9-5AEF-F5EF-522E-D536AC5F40C7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C8F43E9C-2E88-2541-E49D-41BF0CD44327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C2870EDC-D943-6E34-5E58-8E5C9C5D61CA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09CB56E3-A4ED-9483-E130-0CBF890A92A9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7033474F-F68D-6295-509D-9C72A62D8957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6D2E57BB-8B55-244E-3D2E-E19760B2123B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CBB74D7D-56D9-5A33-F06C-66D2278ABCC8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FB0E0CE2-F55F-3529-0519-DA9243D230F7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167AB3ED-B3AB-050D-A1D0-D81B557D15A1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1C672223-9987-C1D3-DC2D-1B6C2C6FE176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66FA8EC2-FE9E-0D4B-B06F-5593E22D3C1C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A939FA1F-3FCC-F74E-4B74-E5032D61FA81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DEF4E92A-B432-8B7C-50EC-7907AED2B488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46FAAF9D-14C0-52B7-31E4-53BD62BA7222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BE9548B0-547E-ED0D-5A5B-48C5E3787557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B614DAB0-494E-BF15-294D-AA26F5E987A3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正方形/長方形 162">
              <a:extLst>
                <a:ext uri="{FF2B5EF4-FFF2-40B4-BE49-F238E27FC236}">
                  <a16:creationId xmlns:a16="http://schemas.microsoft.com/office/drawing/2014/main" id="{CE64B205-1E6F-1C39-FACF-113AE2690221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50E887A9-E9F6-CAD7-2E92-FEF0DCAB5455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5C9672A3-0C71-A0EB-A738-6EE56DEC4C97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F96478E7-FDAA-5E2B-124A-08A409DD9E02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80804C85-5BFE-C844-A9DB-0C1A0E33F65D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7B4D88AF-22B2-3069-94E1-E19F576889A9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0E68B17C-D292-74D2-6B11-E6566AD79E3B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3A684440-0A47-966D-7B06-E3BB630C060E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EF8EAA62-099C-B4AA-D6BA-59BFD2FCF98F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0213F447-AC0B-0548-9663-0CD8A570D8CE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8B51F2B3-0995-6461-9225-91560CB198F5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53FA7545-89A5-4308-0D35-D3FD31721A2A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E01FEEB6-7BF6-A150-44B6-1DA4EDC65C12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01A62E90-6386-A848-042A-6DBAA0F23E43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7AE8E14A-B476-6F38-F0F6-E42E5E6846FB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9C450723-0411-51E6-D0AE-4E4D603B14F7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0302DF23-0763-8936-B380-7E5C40F20611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93C33600-2212-BBD9-097E-7CAED13F634B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A5638BFC-1BEC-7C64-B22C-A251A0EA93ED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F29E5FE1-A5B2-C3DC-EA4A-A5D856FB0C0F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71837BF9-A925-6BDD-2903-4F3A12AA3143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47EC20D4-1323-8BB8-C28E-B536D4A1009D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1763D180-C359-7439-9BC5-24EFD7FA933F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F98FC25F-DEF9-F77B-F83F-FD14E9FC2BBC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4F562C96-DC6B-5A1C-F98C-F88C77AD9723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B2420B4D-68CF-0F66-7AB4-D825C89EF323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361B0D71-6014-D6C4-7742-27A90A7EAF1C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6F22AEF1-EE46-D221-08EF-82FFEC15AD1D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8E2E9168-E90D-4CA6-7625-BF86C6CA8A00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E0196121-5774-9F5F-FD1A-FF12E4A6EBBC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42BC14A3-13F1-C3EA-77A7-DD9F5BA86C59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172260FA-D63F-5DCE-72E8-CC855A812197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30A55111-DBE0-9E00-66C8-DE9A9389C07F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6FE8D136-04B1-0149-6A99-83F968A2FD78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CB6576A0-88AF-1AD6-BC39-5ECCA9FD1B6A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6DB30523-4C70-A333-C496-4CB4D0C13621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A08382FC-007C-7DA9-68CE-28FC4AD422E6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0" name="正方形/長方形 199">
              <a:extLst>
                <a:ext uri="{FF2B5EF4-FFF2-40B4-BE49-F238E27FC236}">
                  <a16:creationId xmlns:a16="http://schemas.microsoft.com/office/drawing/2014/main" id="{0383B9EB-5B0F-3AAD-0CB5-19EF321DD6CC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283D6705-5D10-E381-6EF1-46CAD56561CA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F1E60ECA-4C56-0CC8-EAA3-C5E5304DE71D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12A6DFE4-8757-473D-9C7D-3667BAB0CC3C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8CEAFCBA-397A-9650-BEB7-EF7E680D9252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18D10812-1F9E-03B2-CCA6-3463E0520093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85C4A806-330F-D673-2A9B-35691B034160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B5B4D483-9AE9-30FB-10D3-626956809DAD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84E9BCED-E639-7757-0081-D2D5D97B6882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BC879EF9-1E37-66FD-7671-FBA68BFF318C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77599A8B-DA2C-F6BD-9C2B-20DE9518B199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5722FE12-609C-28E7-4637-F4435C702F0D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28B35AE0-8895-400C-A043-8320F1A45B41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C7AB88C2-E966-087A-0101-E82E0D6A1BA5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1CFAA862-8D5A-8FCB-218A-0B550A784368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F0F1CBF0-FCC5-B517-24A7-D25D01A6F9A1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789EAF12-2C3A-47DC-D2E4-FF617AA9DD07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BA61E58C-5CE8-2D83-0545-67F84D7B38A0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BB6F1AB3-FD03-C3AB-2D5B-3AF7744486A8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9" name="正方形/長方形 218">
              <a:extLst>
                <a:ext uri="{FF2B5EF4-FFF2-40B4-BE49-F238E27FC236}">
                  <a16:creationId xmlns:a16="http://schemas.microsoft.com/office/drawing/2014/main" id="{3B8849AE-0C9A-9E8E-782A-EB66800A10F6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0" name="正方形/長方形 219">
              <a:extLst>
                <a:ext uri="{FF2B5EF4-FFF2-40B4-BE49-F238E27FC236}">
                  <a16:creationId xmlns:a16="http://schemas.microsoft.com/office/drawing/2014/main" id="{A44EC4AF-B2F0-AB8F-EAFC-D28D5FCFFBEF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1" name="正方形/長方形 220">
              <a:extLst>
                <a:ext uri="{FF2B5EF4-FFF2-40B4-BE49-F238E27FC236}">
                  <a16:creationId xmlns:a16="http://schemas.microsoft.com/office/drawing/2014/main" id="{ED16018F-9421-E591-40D6-940EF01C65E0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53641E99-7DD1-5244-37DC-2F322B9932E4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68838E47-4C0E-F358-9492-5DCCD9879EC0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67BD8802-4916-49CD-FD0E-4785A55224B8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265B2AC5-5BBB-B0B0-EAD1-24DAE2A64EEA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E3DB334C-5339-776A-8E25-6734B6A9EF49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CE083598-F429-246E-558F-8870E9BFBA4C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8" name="グループ化 227">
            <a:extLst>
              <a:ext uri="{FF2B5EF4-FFF2-40B4-BE49-F238E27FC236}">
                <a16:creationId xmlns:a16="http://schemas.microsoft.com/office/drawing/2014/main" id="{FC12D0C6-FD35-B22F-6D3D-7C29F50DF091}"/>
              </a:ext>
            </a:extLst>
          </p:cNvPr>
          <p:cNvGrpSpPr/>
          <p:nvPr/>
        </p:nvGrpSpPr>
        <p:grpSpPr>
          <a:xfrm>
            <a:off x="5446088" y="4710308"/>
            <a:ext cx="2893052" cy="2884362"/>
            <a:chOff x="1387203" y="2001633"/>
            <a:chExt cx="3726884" cy="3792015"/>
          </a:xfrm>
        </p:grpSpPr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80332FDA-35EA-283E-5EB5-EA902D9EA9B9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46F311C6-A4DF-7253-0488-B2A4853DCAD2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09707B01-8371-4741-373B-2FB4343473E5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2" name="正方形/長方形 231">
              <a:extLst>
                <a:ext uri="{FF2B5EF4-FFF2-40B4-BE49-F238E27FC236}">
                  <a16:creationId xmlns:a16="http://schemas.microsoft.com/office/drawing/2014/main" id="{B1876E31-B3B2-3521-6D0D-459072FB1A9F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3" name="正方形/長方形 232">
              <a:extLst>
                <a:ext uri="{FF2B5EF4-FFF2-40B4-BE49-F238E27FC236}">
                  <a16:creationId xmlns:a16="http://schemas.microsoft.com/office/drawing/2014/main" id="{3CC79085-C525-C35E-594B-247278684275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985AD1B0-E245-6CD6-F869-121FDDB08350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322C89B2-303C-D098-F1DB-17778C2CAD58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F1C86845-7C50-7B3B-48A0-C71CB737C776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01E1A102-E33E-CC5A-FE96-5594C2E2419E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050C6A67-2D50-78CC-AE67-AB431F59F2B8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9" name="正方形/長方形 238">
              <a:extLst>
                <a:ext uri="{FF2B5EF4-FFF2-40B4-BE49-F238E27FC236}">
                  <a16:creationId xmlns:a16="http://schemas.microsoft.com/office/drawing/2014/main" id="{F37BD867-BCD5-5178-4C3B-4EE0800D8143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1A10A0AD-DFB1-B908-1435-0F96F0DFA5E8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E6E3BD45-37C7-7621-643B-F71804008FAE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0796EC39-7F3E-BDD5-FBC0-A211E5FC08DD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181CF9B1-478E-E245-1407-6B6F6D25FC2D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4" name="正方形/長方形 243">
              <a:extLst>
                <a:ext uri="{FF2B5EF4-FFF2-40B4-BE49-F238E27FC236}">
                  <a16:creationId xmlns:a16="http://schemas.microsoft.com/office/drawing/2014/main" id="{D9A5B2EA-2D82-4F6D-1C08-B92F923D7E1E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CD9CD350-B395-454F-2F36-05BCE287541C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BEA9A935-6F3C-F464-EA42-619406991B94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EF769ABD-8EEA-76D0-D2D7-2DAF6638CFFB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A335116B-A4C9-259C-2E83-E00B9489B0A7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BC09A3DE-D31D-21BD-759E-15514440594A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7C9D9905-7338-6939-0CE0-3DEF477ADBDB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5AF772F2-867F-2658-C9B5-48A8AB53BF9A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F01CEEA1-CC5E-325B-2663-2E27E232AB81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D830DDC6-3AE5-8088-87CA-7669826BA776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415C053B-877C-FECD-B05D-4BDE458BEA24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4B56E8AA-6EBD-3FB7-5935-A24A051C528E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6119BE3A-285B-1C3E-4462-91B77A93CF43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B3D605F4-DCAA-AEDD-F93C-5AC48F820EA2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B6F119FF-23C4-94E5-5853-5AE3652A2D1C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4FFFE407-F542-1423-E40D-356B1EE03E1E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3D6BD4B4-5B3C-CD32-35F7-534AA0167CB4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BEBDE653-18FF-F782-BED4-B6D931A4E6EA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2" name="正方形/長方形 261">
              <a:extLst>
                <a:ext uri="{FF2B5EF4-FFF2-40B4-BE49-F238E27FC236}">
                  <a16:creationId xmlns:a16="http://schemas.microsoft.com/office/drawing/2014/main" id="{ABEDECA0-3557-4E28-1B74-3BF7543FA3AA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0EBFF45E-3511-A492-D7A3-3D59B6109FF0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4" name="正方形/長方形 263">
              <a:extLst>
                <a:ext uri="{FF2B5EF4-FFF2-40B4-BE49-F238E27FC236}">
                  <a16:creationId xmlns:a16="http://schemas.microsoft.com/office/drawing/2014/main" id="{B042F278-516C-9488-4DAD-32878867268E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5" name="正方形/長方形 264">
              <a:extLst>
                <a:ext uri="{FF2B5EF4-FFF2-40B4-BE49-F238E27FC236}">
                  <a16:creationId xmlns:a16="http://schemas.microsoft.com/office/drawing/2014/main" id="{19F61A35-46BC-E723-E466-23C13D19B5D1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EFF645B5-02E7-3A2A-B2CE-FC3588C1C013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59195679-BC01-97B2-5791-D18C72237FC0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8" name="正方形/長方形 267">
              <a:extLst>
                <a:ext uri="{FF2B5EF4-FFF2-40B4-BE49-F238E27FC236}">
                  <a16:creationId xmlns:a16="http://schemas.microsoft.com/office/drawing/2014/main" id="{BDDA299B-9883-447A-2FD2-D086FA78497A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9" name="正方形/長方形 268">
              <a:extLst>
                <a:ext uri="{FF2B5EF4-FFF2-40B4-BE49-F238E27FC236}">
                  <a16:creationId xmlns:a16="http://schemas.microsoft.com/office/drawing/2014/main" id="{AF78A4B1-3EAD-1D9B-B6C7-E4DF7EB8496D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0" name="正方形/長方形 269">
              <a:extLst>
                <a:ext uri="{FF2B5EF4-FFF2-40B4-BE49-F238E27FC236}">
                  <a16:creationId xmlns:a16="http://schemas.microsoft.com/office/drawing/2014/main" id="{2F0392AA-B805-BA2C-4F09-67845AC22872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E8927D5B-5EEB-40B6-871C-D3E3033302D2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870D641F-ABF7-9360-2DB1-927ED3CB3FD4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C997626F-C239-DFD4-003B-2959C700928D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208D600C-5A6A-4C60-99EF-43500881B9AD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F465E540-4A50-DCBF-9907-A5F72DC7823B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A50C5B5F-2918-CDBA-ED73-4790BFD88446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794C4884-F198-5BB5-6816-48EFCDF36ACF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24858850-0C01-4279-49CE-CD6E4A26EF5C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0BE516E5-E5C3-3F0D-6729-C4600001AFF4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4C073BA0-B58A-5A86-136C-70DCEA0BAB38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C3E67359-76D3-5D78-EC2B-11317F97862A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4217F9F6-280E-3165-FD7F-7F007048A01C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BAB6F53B-775D-9843-9583-E8D580BAB002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8FB48C89-6E00-D06B-60C3-D8C3BA853255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00C6F7A5-0640-6BA6-9D58-FA372CB47D6A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4C31751E-80EB-EE22-E92C-A577AC4E2570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5B62EE92-B009-7D77-12F5-72C02C4964E8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0D04AB9C-10A0-C439-CCC5-3113CAC9CE01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E19CC7E3-018A-21C8-7843-CBEA54A51043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57AF9A04-76F5-FE1B-B450-62D44A0FB2D8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76D746F5-B690-057B-400B-2C122EB56016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5C180A95-2D84-52F7-7398-7238BE265539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7D18F909-6885-5B46-8043-AC56D855643F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A5CB4495-DBFA-B936-A411-C806DDD210C6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A69F7AC1-BF3F-E475-3343-1742B03DEF30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897CA4E2-E6F1-527F-993C-D2618E10B8FE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FA759AED-06E5-577C-3BBE-EB14709AA7C6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8" name="正方形/長方形 297">
              <a:extLst>
                <a:ext uri="{FF2B5EF4-FFF2-40B4-BE49-F238E27FC236}">
                  <a16:creationId xmlns:a16="http://schemas.microsoft.com/office/drawing/2014/main" id="{DC43D1C0-D3A8-167B-A4F8-2A80AB5DB38E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9" name="正方形/長方形 298">
              <a:extLst>
                <a:ext uri="{FF2B5EF4-FFF2-40B4-BE49-F238E27FC236}">
                  <a16:creationId xmlns:a16="http://schemas.microsoft.com/office/drawing/2014/main" id="{01D7FAC8-1AF3-4C8C-FD01-6430FFA00A94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0" name="正方形/長方形 299">
              <a:extLst>
                <a:ext uri="{FF2B5EF4-FFF2-40B4-BE49-F238E27FC236}">
                  <a16:creationId xmlns:a16="http://schemas.microsoft.com/office/drawing/2014/main" id="{CA421646-70ED-0ABC-D88E-50C2353910A8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1" name="正方形/長方形 300">
              <a:extLst>
                <a:ext uri="{FF2B5EF4-FFF2-40B4-BE49-F238E27FC236}">
                  <a16:creationId xmlns:a16="http://schemas.microsoft.com/office/drawing/2014/main" id="{503D3C6F-3CE2-F259-74D0-7697A734763C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2" name="正方形/長方形 301">
              <a:extLst>
                <a:ext uri="{FF2B5EF4-FFF2-40B4-BE49-F238E27FC236}">
                  <a16:creationId xmlns:a16="http://schemas.microsoft.com/office/drawing/2014/main" id="{5946B50D-70A1-75E8-F6C8-035F4D14F7E2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3" name="正方形/長方形 302">
              <a:extLst>
                <a:ext uri="{FF2B5EF4-FFF2-40B4-BE49-F238E27FC236}">
                  <a16:creationId xmlns:a16="http://schemas.microsoft.com/office/drawing/2014/main" id="{C3B9B3B6-2C79-5937-6E09-FE2E5DD70B5C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4" name="正方形/長方形 303">
              <a:extLst>
                <a:ext uri="{FF2B5EF4-FFF2-40B4-BE49-F238E27FC236}">
                  <a16:creationId xmlns:a16="http://schemas.microsoft.com/office/drawing/2014/main" id="{A25C3F41-590C-0330-E4E3-ADAEB2041915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5" name="正方形/長方形 304">
              <a:extLst>
                <a:ext uri="{FF2B5EF4-FFF2-40B4-BE49-F238E27FC236}">
                  <a16:creationId xmlns:a16="http://schemas.microsoft.com/office/drawing/2014/main" id="{14CF268D-4D07-311F-EFE4-1DC3E57F5193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6" name="正方形/長方形 305">
              <a:extLst>
                <a:ext uri="{FF2B5EF4-FFF2-40B4-BE49-F238E27FC236}">
                  <a16:creationId xmlns:a16="http://schemas.microsoft.com/office/drawing/2014/main" id="{75639A8D-64F9-7435-14EF-37553C00937C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7" name="正方形/長方形 306">
              <a:extLst>
                <a:ext uri="{FF2B5EF4-FFF2-40B4-BE49-F238E27FC236}">
                  <a16:creationId xmlns:a16="http://schemas.microsoft.com/office/drawing/2014/main" id="{6A6090EF-A007-1A13-8356-1B05DE3ABCE4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46935FE0-C89F-59D5-8A80-66858034AD97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5DA06F22-AB1E-A3AB-C764-FBE1170BECBB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FADFEB32-F3D1-6D6C-FAC2-F91C782D7C54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1B458BCD-361C-565E-140B-3D7CBBC498D5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A5FB2B1D-FFA8-4280-17D7-78CB89C812B6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A8F12B47-DD51-B1A5-8C90-9DCDF3791605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156DB0AD-286E-87B7-B10A-622638C12EBC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960B9FE1-C4F2-079E-C8D8-56997F315885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FCAEFB5E-41C6-F308-BEB4-D7554FDE5F0D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FE9F3663-35FB-6126-58BD-6766CFC5B4C0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4B85ECF6-5798-37DC-133F-9875690F20E8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7B65AC96-55F9-3310-B6CA-4234A885552F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20C28376-563B-2878-A660-7F0549817D4E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A192C112-32BD-16C3-C2B0-EEFA06375809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59F2E1D3-B947-E856-0645-E61AE7972B66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6FB4CD28-2F89-7FD9-7C36-6D5CF0F316D6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51DBA3F6-D233-EEA9-79B8-B76D9E8BEB42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B7240DBA-0F17-A492-19A1-D9C2B77241CC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E282E7E6-512B-B52B-C0C9-663ABF1562C6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7B6BF743-1D20-0A93-4369-50842B243185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804A5491-82CB-5783-B877-20F678B6C5DA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7CD4F879-4268-DAD2-6966-D413149CD9CF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A70EA3EF-86CE-896F-59B4-3CDCBA3EFB2C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D752C28B-0F5F-79F6-4B61-ADE3AE99C45A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32" name="グループ化 331">
            <a:extLst>
              <a:ext uri="{FF2B5EF4-FFF2-40B4-BE49-F238E27FC236}">
                <a16:creationId xmlns:a16="http://schemas.microsoft.com/office/drawing/2014/main" id="{DC2600B0-B4FC-2CDE-0F48-B472D6E4EDFE}"/>
              </a:ext>
            </a:extLst>
          </p:cNvPr>
          <p:cNvGrpSpPr/>
          <p:nvPr/>
        </p:nvGrpSpPr>
        <p:grpSpPr>
          <a:xfrm>
            <a:off x="8341688" y="4705546"/>
            <a:ext cx="2893052" cy="2884362"/>
            <a:chOff x="1387203" y="2001633"/>
            <a:chExt cx="3726884" cy="3792015"/>
          </a:xfrm>
        </p:grpSpPr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5654F125-99DC-42D3-5402-8BFB503D364F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4" name="正方形/長方形 333">
              <a:extLst>
                <a:ext uri="{FF2B5EF4-FFF2-40B4-BE49-F238E27FC236}">
                  <a16:creationId xmlns:a16="http://schemas.microsoft.com/office/drawing/2014/main" id="{9E856E17-87DC-DD4A-0579-F87B486220DC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5" name="正方形/長方形 334">
              <a:extLst>
                <a:ext uri="{FF2B5EF4-FFF2-40B4-BE49-F238E27FC236}">
                  <a16:creationId xmlns:a16="http://schemas.microsoft.com/office/drawing/2014/main" id="{5B3493F7-F502-9225-4571-8D2BA62A253A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6" name="正方形/長方形 335">
              <a:extLst>
                <a:ext uri="{FF2B5EF4-FFF2-40B4-BE49-F238E27FC236}">
                  <a16:creationId xmlns:a16="http://schemas.microsoft.com/office/drawing/2014/main" id="{51B3586A-F48E-FC8B-73A4-5ED3FC1DAEA2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7" name="正方形/長方形 336">
              <a:extLst>
                <a:ext uri="{FF2B5EF4-FFF2-40B4-BE49-F238E27FC236}">
                  <a16:creationId xmlns:a16="http://schemas.microsoft.com/office/drawing/2014/main" id="{AEDF002B-8FD9-A36F-D32D-205A87039805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8" name="正方形/長方形 337">
              <a:extLst>
                <a:ext uri="{FF2B5EF4-FFF2-40B4-BE49-F238E27FC236}">
                  <a16:creationId xmlns:a16="http://schemas.microsoft.com/office/drawing/2014/main" id="{979B008F-083F-A743-28CE-A1227E1789DE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9" name="正方形/長方形 338">
              <a:extLst>
                <a:ext uri="{FF2B5EF4-FFF2-40B4-BE49-F238E27FC236}">
                  <a16:creationId xmlns:a16="http://schemas.microsoft.com/office/drawing/2014/main" id="{5C663D0A-2959-9193-C39D-1BE46D4B13E2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0" name="正方形/長方形 339">
              <a:extLst>
                <a:ext uri="{FF2B5EF4-FFF2-40B4-BE49-F238E27FC236}">
                  <a16:creationId xmlns:a16="http://schemas.microsoft.com/office/drawing/2014/main" id="{7341C2B0-06BE-CC9A-2B25-09A6B43B469B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BEF522FD-B42C-3553-B593-D2C59E873B16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2" name="正方形/長方形 341">
              <a:extLst>
                <a:ext uri="{FF2B5EF4-FFF2-40B4-BE49-F238E27FC236}">
                  <a16:creationId xmlns:a16="http://schemas.microsoft.com/office/drawing/2014/main" id="{13464D2F-F40E-57FE-EFA9-C026012ABB63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3" name="正方形/長方形 342">
              <a:extLst>
                <a:ext uri="{FF2B5EF4-FFF2-40B4-BE49-F238E27FC236}">
                  <a16:creationId xmlns:a16="http://schemas.microsoft.com/office/drawing/2014/main" id="{548D58A8-3CE8-69C9-CFFE-BC2877AF5159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4" name="正方形/長方形 343">
              <a:extLst>
                <a:ext uri="{FF2B5EF4-FFF2-40B4-BE49-F238E27FC236}">
                  <a16:creationId xmlns:a16="http://schemas.microsoft.com/office/drawing/2014/main" id="{8547CB6A-D6F3-42C5-8283-83C7DF1B9E1F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4015A12E-5EC9-7937-7B39-07B4C765113F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0D2CD133-51C3-F7D7-6575-8DC6C880904F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A4D227AF-0BFD-E335-5B68-A4278F19C4C6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EF4B1680-0484-2699-D42E-F95A78EC2BA3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03B08D31-D11F-3879-F4F5-7442374BC10B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4FB31F60-CABE-F4F1-C78C-EC7DD1A1DDE4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59111593-00EB-F89F-6CD3-F549FEA270BA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4E0830FE-9079-B154-6A4B-2B5E8D1D3918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C8750950-08FD-50B4-7C9F-67FBD17EEE12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1E48BDE0-EF66-D856-1480-9963812E37E8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8725CD99-084B-697F-14B1-62DEB61A8F5F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D84E5BAC-5FBC-337F-2BCC-B25CE8ED2E4B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82E7277E-B6F4-A70B-54CA-D20FD40BFCF7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8" name="正方形/長方形 357">
              <a:extLst>
                <a:ext uri="{FF2B5EF4-FFF2-40B4-BE49-F238E27FC236}">
                  <a16:creationId xmlns:a16="http://schemas.microsoft.com/office/drawing/2014/main" id="{D44CF343-FFB5-7A8E-9635-016E74F877A9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9" name="正方形/長方形 358">
              <a:extLst>
                <a:ext uri="{FF2B5EF4-FFF2-40B4-BE49-F238E27FC236}">
                  <a16:creationId xmlns:a16="http://schemas.microsoft.com/office/drawing/2014/main" id="{5387E9D3-B228-D506-A3C1-30779BAB8177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0" name="正方形/長方形 359">
              <a:extLst>
                <a:ext uri="{FF2B5EF4-FFF2-40B4-BE49-F238E27FC236}">
                  <a16:creationId xmlns:a16="http://schemas.microsoft.com/office/drawing/2014/main" id="{69E66546-D314-A9EF-1617-DF6CCE46B5CC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1" name="正方形/長方形 360">
              <a:extLst>
                <a:ext uri="{FF2B5EF4-FFF2-40B4-BE49-F238E27FC236}">
                  <a16:creationId xmlns:a16="http://schemas.microsoft.com/office/drawing/2014/main" id="{1D070A9D-11B9-505E-AA66-E3656C2A1693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2" name="正方形/長方形 361">
              <a:extLst>
                <a:ext uri="{FF2B5EF4-FFF2-40B4-BE49-F238E27FC236}">
                  <a16:creationId xmlns:a16="http://schemas.microsoft.com/office/drawing/2014/main" id="{2E30F1F3-E719-37D7-3842-2CE796B07118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3" name="正方形/長方形 362">
              <a:extLst>
                <a:ext uri="{FF2B5EF4-FFF2-40B4-BE49-F238E27FC236}">
                  <a16:creationId xmlns:a16="http://schemas.microsoft.com/office/drawing/2014/main" id="{5D5D876D-F646-1A64-A659-3F49EB824E99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4" name="正方形/長方形 363">
              <a:extLst>
                <a:ext uri="{FF2B5EF4-FFF2-40B4-BE49-F238E27FC236}">
                  <a16:creationId xmlns:a16="http://schemas.microsoft.com/office/drawing/2014/main" id="{FF82D65B-D4BE-4053-7A50-31510F548F79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5" name="正方形/長方形 364">
              <a:extLst>
                <a:ext uri="{FF2B5EF4-FFF2-40B4-BE49-F238E27FC236}">
                  <a16:creationId xmlns:a16="http://schemas.microsoft.com/office/drawing/2014/main" id="{7F35E6CD-9BCE-A894-F441-6930DCFA1DCA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6" name="正方形/長方形 365">
              <a:extLst>
                <a:ext uri="{FF2B5EF4-FFF2-40B4-BE49-F238E27FC236}">
                  <a16:creationId xmlns:a16="http://schemas.microsoft.com/office/drawing/2014/main" id="{35BA50C5-4865-EDC3-F4B5-7676A6B5E179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7" name="正方形/長方形 366">
              <a:extLst>
                <a:ext uri="{FF2B5EF4-FFF2-40B4-BE49-F238E27FC236}">
                  <a16:creationId xmlns:a16="http://schemas.microsoft.com/office/drawing/2014/main" id="{B3CBE6B7-FCA3-98FD-E360-47CD44FB05B9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8" name="正方形/長方形 367">
              <a:extLst>
                <a:ext uri="{FF2B5EF4-FFF2-40B4-BE49-F238E27FC236}">
                  <a16:creationId xmlns:a16="http://schemas.microsoft.com/office/drawing/2014/main" id="{C11BF37A-F2C4-8250-CBA9-13F133FA1C59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9" name="正方形/長方形 368">
              <a:extLst>
                <a:ext uri="{FF2B5EF4-FFF2-40B4-BE49-F238E27FC236}">
                  <a16:creationId xmlns:a16="http://schemas.microsoft.com/office/drawing/2014/main" id="{73F81CA3-D4DD-CC85-632A-E0D66C8CFB06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0" name="正方形/長方形 369">
              <a:extLst>
                <a:ext uri="{FF2B5EF4-FFF2-40B4-BE49-F238E27FC236}">
                  <a16:creationId xmlns:a16="http://schemas.microsoft.com/office/drawing/2014/main" id="{711C283A-7EFE-319F-A393-0A6B1E7AD0E8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1" name="正方形/長方形 370">
              <a:extLst>
                <a:ext uri="{FF2B5EF4-FFF2-40B4-BE49-F238E27FC236}">
                  <a16:creationId xmlns:a16="http://schemas.microsoft.com/office/drawing/2014/main" id="{98FD3DC1-77B8-1EF7-3CF3-A727A0A841D6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2" name="正方形/長方形 371">
              <a:extLst>
                <a:ext uri="{FF2B5EF4-FFF2-40B4-BE49-F238E27FC236}">
                  <a16:creationId xmlns:a16="http://schemas.microsoft.com/office/drawing/2014/main" id="{CC1C48F8-8E23-5146-0BB8-1D44064D1045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3" name="正方形/長方形 372">
              <a:extLst>
                <a:ext uri="{FF2B5EF4-FFF2-40B4-BE49-F238E27FC236}">
                  <a16:creationId xmlns:a16="http://schemas.microsoft.com/office/drawing/2014/main" id="{F6D9121F-FD11-A139-4BB4-9A9560E4DCD3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4" name="正方形/長方形 373">
              <a:extLst>
                <a:ext uri="{FF2B5EF4-FFF2-40B4-BE49-F238E27FC236}">
                  <a16:creationId xmlns:a16="http://schemas.microsoft.com/office/drawing/2014/main" id="{C5D86FDB-527B-2AF1-3536-A2EDB0137ACF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5" name="正方形/長方形 374">
              <a:extLst>
                <a:ext uri="{FF2B5EF4-FFF2-40B4-BE49-F238E27FC236}">
                  <a16:creationId xmlns:a16="http://schemas.microsoft.com/office/drawing/2014/main" id="{41E204E6-B4C5-6B44-3E65-1940B81A1E72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6" name="正方形/長方形 375">
              <a:extLst>
                <a:ext uri="{FF2B5EF4-FFF2-40B4-BE49-F238E27FC236}">
                  <a16:creationId xmlns:a16="http://schemas.microsoft.com/office/drawing/2014/main" id="{9AE2AD91-80E9-BC05-46FA-3FE9023811EF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7" name="正方形/長方形 376">
              <a:extLst>
                <a:ext uri="{FF2B5EF4-FFF2-40B4-BE49-F238E27FC236}">
                  <a16:creationId xmlns:a16="http://schemas.microsoft.com/office/drawing/2014/main" id="{24B98B6A-A8AE-483A-52C4-F806450AFAE8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8" name="正方形/長方形 377">
              <a:extLst>
                <a:ext uri="{FF2B5EF4-FFF2-40B4-BE49-F238E27FC236}">
                  <a16:creationId xmlns:a16="http://schemas.microsoft.com/office/drawing/2014/main" id="{E6B4DE42-D75D-7BDD-2CE2-1331631A131B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9" name="正方形/長方形 378">
              <a:extLst>
                <a:ext uri="{FF2B5EF4-FFF2-40B4-BE49-F238E27FC236}">
                  <a16:creationId xmlns:a16="http://schemas.microsoft.com/office/drawing/2014/main" id="{76E13C06-346B-00BC-DD8A-1C8DE6BB71D6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0" name="正方形/長方形 379">
              <a:extLst>
                <a:ext uri="{FF2B5EF4-FFF2-40B4-BE49-F238E27FC236}">
                  <a16:creationId xmlns:a16="http://schemas.microsoft.com/office/drawing/2014/main" id="{11AF3892-C76E-B10B-BA89-A3267F3C5AF0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1" name="正方形/長方形 380">
              <a:extLst>
                <a:ext uri="{FF2B5EF4-FFF2-40B4-BE49-F238E27FC236}">
                  <a16:creationId xmlns:a16="http://schemas.microsoft.com/office/drawing/2014/main" id="{F86E2EB1-E3E2-8F87-88A7-4E7C4FA05245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2" name="正方形/長方形 381">
              <a:extLst>
                <a:ext uri="{FF2B5EF4-FFF2-40B4-BE49-F238E27FC236}">
                  <a16:creationId xmlns:a16="http://schemas.microsoft.com/office/drawing/2014/main" id="{0186A33D-459C-DA7F-B09D-574260109C9A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3" name="正方形/長方形 382">
              <a:extLst>
                <a:ext uri="{FF2B5EF4-FFF2-40B4-BE49-F238E27FC236}">
                  <a16:creationId xmlns:a16="http://schemas.microsoft.com/office/drawing/2014/main" id="{D640D0E0-8898-7B40-008C-DAD65C4F1C55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4" name="正方形/長方形 383">
              <a:extLst>
                <a:ext uri="{FF2B5EF4-FFF2-40B4-BE49-F238E27FC236}">
                  <a16:creationId xmlns:a16="http://schemas.microsoft.com/office/drawing/2014/main" id="{7A9E6CD2-CFAB-BE13-D1DA-DA501F3BEA46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5" name="正方形/長方形 384">
              <a:extLst>
                <a:ext uri="{FF2B5EF4-FFF2-40B4-BE49-F238E27FC236}">
                  <a16:creationId xmlns:a16="http://schemas.microsoft.com/office/drawing/2014/main" id="{B47DD259-C684-06C5-97E1-93463826E95C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6" name="正方形/長方形 385">
              <a:extLst>
                <a:ext uri="{FF2B5EF4-FFF2-40B4-BE49-F238E27FC236}">
                  <a16:creationId xmlns:a16="http://schemas.microsoft.com/office/drawing/2014/main" id="{1A2FBC5D-2C67-BD7D-7C9C-ED049ECF6E1E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7" name="正方形/長方形 386">
              <a:extLst>
                <a:ext uri="{FF2B5EF4-FFF2-40B4-BE49-F238E27FC236}">
                  <a16:creationId xmlns:a16="http://schemas.microsoft.com/office/drawing/2014/main" id="{CD31905A-E51E-22FD-8B8C-A851F86E8617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8" name="正方形/長方形 387">
              <a:extLst>
                <a:ext uri="{FF2B5EF4-FFF2-40B4-BE49-F238E27FC236}">
                  <a16:creationId xmlns:a16="http://schemas.microsoft.com/office/drawing/2014/main" id="{39DE777C-F79C-9967-E1B9-C1D9FB453F10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9" name="正方形/長方形 388">
              <a:extLst>
                <a:ext uri="{FF2B5EF4-FFF2-40B4-BE49-F238E27FC236}">
                  <a16:creationId xmlns:a16="http://schemas.microsoft.com/office/drawing/2014/main" id="{B87005D0-55B2-E982-EB91-A66D55972BD1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0" name="正方形/長方形 389">
              <a:extLst>
                <a:ext uri="{FF2B5EF4-FFF2-40B4-BE49-F238E27FC236}">
                  <a16:creationId xmlns:a16="http://schemas.microsoft.com/office/drawing/2014/main" id="{51413AD2-BE12-CEEC-03D1-2CAD3251AAD4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1" name="正方形/長方形 390">
              <a:extLst>
                <a:ext uri="{FF2B5EF4-FFF2-40B4-BE49-F238E27FC236}">
                  <a16:creationId xmlns:a16="http://schemas.microsoft.com/office/drawing/2014/main" id="{72B2DE09-7D0C-109D-4862-E99A54DC529A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2" name="正方形/長方形 391">
              <a:extLst>
                <a:ext uri="{FF2B5EF4-FFF2-40B4-BE49-F238E27FC236}">
                  <a16:creationId xmlns:a16="http://schemas.microsoft.com/office/drawing/2014/main" id="{DEDB2E32-78D8-6776-33A6-2C33B6D37542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3" name="正方形/長方形 392">
              <a:extLst>
                <a:ext uri="{FF2B5EF4-FFF2-40B4-BE49-F238E27FC236}">
                  <a16:creationId xmlns:a16="http://schemas.microsoft.com/office/drawing/2014/main" id="{108DAE7B-1798-37CC-B565-F47E53EDACA8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4" name="正方形/長方形 393">
              <a:extLst>
                <a:ext uri="{FF2B5EF4-FFF2-40B4-BE49-F238E27FC236}">
                  <a16:creationId xmlns:a16="http://schemas.microsoft.com/office/drawing/2014/main" id="{9A23D13E-8C5D-950F-FB23-B4E830963BE8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5" name="正方形/長方形 394">
              <a:extLst>
                <a:ext uri="{FF2B5EF4-FFF2-40B4-BE49-F238E27FC236}">
                  <a16:creationId xmlns:a16="http://schemas.microsoft.com/office/drawing/2014/main" id="{84F1BB0F-EC1B-D9CB-790B-93BB4165D13E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6" name="正方形/長方形 395">
              <a:extLst>
                <a:ext uri="{FF2B5EF4-FFF2-40B4-BE49-F238E27FC236}">
                  <a16:creationId xmlns:a16="http://schemas.microsoft.com/office/drawing/2014/main" id="{B0811E67-3098-DE9F-8956-4BD84489D1D9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7" name="正方形/長方形 396">
              <a:extLst>
                <a:ext uri="{FF2B5EF4-FFF2-40B4-BE49-F238E27FC236}">
                  <a16:creationId xmlns:a16="http://schemas.microsoft.com/office/drawing/2014/main" id="{9A178E2D-8276-5713-3349-D7554367913C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8" name="正方形/長方形 397">
              <a:extLst>
                <a:ext uri="{FF2B5EF4-FFF2-40B4-BE49-F238E27FC236}">
                  <a16:creationId xmlns:a16="http://schemas.microsoft.com/office/drawing/2014/main" id="{792173B2-CFF4-7B64-2334-4A84DCCE963E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9" name="正方形/長方形 398">
              <a:extLst>
                <a:ext uri="{FF2B5EF4-FFF2-40B4-BE49-F238E27FC236}">
                  <a16:creationId xmlns:a16="http://schemas.microsoft.com/office/drawing/2014/main" id="{222F63F7-3D12-403E-2077-F148A6FD36BB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0" name="正方形/長方形 399">
              <a:extLst>
                <a:ext uri="{FF2B5EF4-FFF2-40B4-BE49-F238E27FC236}">
                  <a16:creationId xmlns:a16="http://schemas.microsoft.com/office/drawing/2014/main" id="{E40ABC3A-CBC8-C6E5-20CE-9218B1FBB24B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1" name="正方形/長方形 400">
              <a:extLst>
                <a:ext uri="{FF2B5EF4-FFF2-40B4-BE49-F238E27FC236}">
                  <a16:creationId xmlns:a16="http://schemas.microsoft.com/office/drawing/2014/main" id="{B5432EF6-4F09-21AD-8996-47B928E47F25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2" name="正方形/長方形 401">
              <a:extLst>
                <a:ext uri="{FF2B5EF4-FFF2-40B4-BE49-F238E27FC236}">
                  <a16:creationId xmlns:a16="http://schemas.microsoft.com/office/drawing/2014/main" id="{A3FFF47A-BD28-48AA-210F-10A30304CB9C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3" name="正方形/長方形 402">
              <a:extLst>
                <a:ext uri="{FF2B5EF4-FFF2-40B4-BE49-F238E27FC236}">
                  <a16:creationId xmlns:a16="http://schemas.microsoft.com/office/drawing/2014/main" id="{206079C7-02E7-A3C8-A8B9-043C092FA526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4" name="正方形/長方形 403">
              <a:extLst>
                <a:ext uri="{FF2B5EF4-FFF2-40B4-BE49-F238E27FC236}">
                  <a16:creationId xmlns:a16="http://schemas.microsoft.com/office/drawing/2014/main" id="{664FF9D7-8A56-FE3E-D6DF-9CDEE4BFE5BC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5" name="正方形/長方形 404">
              <a:extLst>
                <a:ext uri="{FF2B5EF4-FFF2-40B4-BE49-F238E27FC236}">
                  <a16:creationId xmlns:a16="http://schemas.microsoft.com/office/drawing/2014/main" id="{AE51EE8D-F438-1186-9877-F8256E902B5B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6" name="正方形/長方形 405">
              <a:extLst>
                <a:ext uri="{FF2B5EF4-FFF2-40B4-BE49-F238E27FC236}">
                  <a16:creationId xmlns:a16="http://schemas.microsoft.com/office/drawing/2014/main" id="{C7200A88-EB9F-902F-067E-CC3D6E6C33D7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7" name="正方形/長方形 406">
              <a:extLst>
                <a:ext uri="{FF2B5EF4-FFF2-40B4-BE49-F238E27FC236}">
                  <a16:creationId xmlns:a16="http://schemas.microsoft.com/office/drawing/2014/main" id="{3C395FD1-7C26-B97F-D3D8-FA27736CA585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8" name="正方形/長方形 407">
              <a:extLst>
                <a:ext uri="{FF2B5EF4-FFF2-40B4-BE49-F238E27FC236}">
                  <a16:creationId xmlns:a16="http://schemas.microsoft.com/office/drawing/2014/main" id="{1368BEB3-89E8-572E-BC6A-C3B88950F978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9" name="正方形/長方形 408">
              <a:extLst>
                <a:ext uri="{FF2B5EF4-FFF2-40B4-BE49-F238E27FC236}">
                  <a16:creationId xmlns:a16="http://schemas.microsoft.com/office/drawing/2014/main" id="{315E0A46-FD39-A75D-6494-1D2C49871786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0" name="正方形/長方形 409">
              <a:extLst>
                <a:ext uri="{FF2B5EF4-FFF2-40B4-BE49-F238E27FC236}">
                  <a16:creationId xmlns:a16="http://schemas.microsoft.com/office/drawing/2014/main" id="{3320CB65-B7ED-DFF5-3AAD-8609E01E73C2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1" name="正方形/長方形 410">
              <a:extLst>
                <a:ext uri="{FF2B5EF4-FFF2-40B4-BE49-F238E27FC236}">
                  <a16:creationId xmlns:a16="http://schemas.microsoft.com/office/drawing/2014/main" id="{4EAE6440-8228-A604-01B4-5B5A9DB47ED9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2" name="正方形/長方形 411">
              <a:extLst>
                <a:ext uri="{FF2B5EF4-FFF2-40B4-BE49-F238E27FC236}">
                  <a16:creationId xmlns:a16="http://schemas.microsoft.com/office/drawing/2014/main" id="{EBD57F0C-5BF1-078A-EE2B-AB8AAEDDDB48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3" name="正方形/長方形 412">
              <a:extLst>
                <a:ext uri="{FF2B5EF4-FFF2-40B4-BE49-F238E27FC236}">
                  <a16:creationId xmlns:a16="http://schemas.microsoft.com/office/drawing/2014/main" id="{EA7FD2C1-BFCA-3886-9216-3B802142B40A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4" name="正方形/長方形 413">
              <a:extLst>
                <a:ext uri="{FF2B5EF4-FFF2-40B4-BE49-F238E27FC236}">
                  <a16:creationId xmlns:a16="http://schemas.microsoft.com/office/drawing/2014/main" id="{47883809-5D9D-E49A-DB1F-20FFF01E262C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5" name="正方形/長方形 414">
              <a:extLst>
                <a:ext uri="{FF2B5EF4-FFF2-40B4-BE49-F238E27FC236}">
                  <a16:creationId xmlns:a16="http://schemas.microsoft.com/office/drawing/2014/main" id="{23FC6030-44E7-A07B-9864-92A2D59374C8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6" name="正方形/長方形 415">
              <a:extLst>
                <a:ext uri="{FF2B5EF4-FFF2-40B4-BE49-F238E27FC236}">
                  <a16:creationId xmlns:a16="http://schemas.microsoft.com/office/drawing/2014/main" id="{3D6B1004-D194-7017-2519-22FCED593C88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7" name="正方形/長方形 416">
              <a:extLst>
                <a:ext uri="{FF2B5EF4-FFF2-40B4-BE49-F238E27FC236}">
                  <a16:creationId xmlns:a16="http://schemas.microsoft.com/office/drawing/2014/main" id="{0F131680-D82B-6587-DFDF-051FE75C72DB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8" name="正方形/長方形 417">
              <a:extLst>
                <a:ext uri="{FF2B5EF4-FFF2-40B4-BE49-F238E27FC236}">
                  <a16:creationId xmlns:a16="http://schemas.microsoft.com/office/drawing/2014/main" id="{E20437F2-E01D-D9DD-DE8D-92FD78B7389A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9" name="正方形/長方形 418">
              <a:extLst>
                <a:ext uri="{FF2B5EF4-FFF2-40B4-BE49-F238E27FC236}">
                  <a16:creationId xmlns:a16="http://schemas.microsoft.com/office/drawing/2014/main" id="{6A5EC369-A162-47F5-D733-DAB26533312B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0" name="正方形/長方形 419">
              <a:extLst>
                <a:ext uri="{FF2B5EF4-FFF2-40B4-BE49-F238E27FC236}">
                  <a16:creationId xmlns:a16="http://schemas.microsoft.com/office/drawing/2014/main" id="{9DB21DE6-D6EF-C6C9-80B1-7D6CD2F3A579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1" name="正方形/長方形 420">
              <a:extLst>
                <a:ext uri="{FF2B5EF4-FFF2-40B4-BE49-F238E27FC236}">
                  <a16:creationId xmlns:a16="http://schemas.microsoft.com/office/drawing/2014/main" id="{0E3BE315-1F39-FD0E-CC9E-C7C08C61E849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2" name="正方形/長方形 421">
              <a:extLst>
                <a:ext uri="{FF2B5EF4-FFF2-40B4-BE49-F238E27FC236}">
                  <a16:creationId xmlns:a16="http://schemas.microsoft.com/office/drawing/2014/main" id="{68E6C377-C3D2-0C97-89D4-F3F5098D57B3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3" name="正方形/長方形 422">
              <a:extLst>
                <a:ext uri="{FF2B5EF4-FFF2-40B4-BE49-F238E27FC236}">
                  <a16:creationId xmlns:a16="http://schemas.microsoft.com/office/drawing/2014/main" id="{86824074-1E3F-23AE-F5C2-8C5342271C25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4" name="正方形/長方形 423">
              <a:extLst>
                <a:ext uri="{FF2B5EF4-FFF2-40B4-BE49-F238E27FC236}">
                  <a16:creationId xmlns:a16="http://schemas.microsoft.com/office/drawing/2014/main" id="{AA2EC1D3-17AD-B23A-057D-0CF73C495A97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5" name="正方形/長方形 424">
              <a:extLst>
                <a:ext uri="{FF2B5EF4-FFF2-40B4-BE49-F238E27FC236}">
                  <a16:creationId xmlns:a16="http://schemas.microsoft.com/office/drawing/2014/main" id="{295A929D-2240-0A28-7702-BBD7A00267C5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6" name="正方形/長方形 425">
              <a:extLst>
                <a:ext uri="{FF2B5EF4-FFF2-40B4-BE49-F238E27FC236}">
                  <a16:creationId xmlns:a16="http://schemas.microsoft.com/office/drawing/2014/main" id="{BB5E900C-DBAE-A374-D6CA-AD8D9177F667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7" name="正方形/長方形 426">
              <a:extLst>
                <a:ext uri="{FF2B5EF4-FFF2-40B4-BE49-F238E27FC236}">
                  <a16:creationId xmlns:a16="http://schemas.microsoft.com/office/drawing/2014/main" id="{98A7E45F-D1F0-228E-0139-86243386F416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8" name="正方形/長方形 427">
              <a:extLst>
                <a:ext uri="{FF2B5EF4-FFF2-40B4-BE49-F238E27FC236}">
                  <a16:creationId xmlns:a16="http://schemas.microsoft.com/office/drawing/2014/main" id="{587C49CC-9956-31B8-D11E-8AED86234C89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9" name="正方形/長方形 428">
              <a:extLst>
                <a:ext uri="{FF2B5EF4-FFF2-40B4-BE49-F238E27FC236}">
                  <a16:creationId xmlns:a16="http://schemas.microsoft.com/office/drawing/2014/main" id="{444CBFA1-2E2E-9952-A1F3-0442EA2612CA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0" name="正方形/長方形 429">
              <a:extLst>
                <a:ext uri="{FF2B5EF4-FFF2-40B4-BE49-F238E27FC236}">
                  <a16:creationId xmlns:a16="http://schemas.microsoft.com/office/drawing/2014/main" id="{60CF1CD4-FE7F-1535-8B1D-7B74D56F4C4A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1" name="正方形/長方形 430">
              <a:extLst>
                <a:ext uri="{FF2B5EF4-FFF2-40B4-BE49-F238E27FC236}">
                  <a16:creationId xmlns:a16="http://schemas.microsoft.com/office/drawing/2014/main" id="{1009A303-AC06-DA8B-AC8D-8DA791610192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2" name="正方形/長方形 431">
              <a:extLst>
                <a:ext uri="{FF2B5EF4-FFF2-40B4-BE49-F238E27FC236}">
                  <a16:creationId xmlns:a16="http://schemas.microsoft.com/office/drawing/2014/main" id="{A89F7E70-B36A-D78F-BC21-CBF7C7167BDA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3" name="正方形/長方形 432">
              <a:extLst>
                <a:ext uri="{FF2B5EF4-FFF2-40B4-BE49-F238E27FC236}">
                  <a16:creationId xmlns:a16="http://schemas.microsoft.com/office/drawing/2014/main" id="{DF0DC758-CEA7-B5A8-BAF1-640D1C23BF08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4" name="正方形/長方形 433">
              <a:extLst>
                <a:ext uri="{FF2B5EF4-FFF2-40B4-BE49-F238E27FC236}">
                  <a16:creationId xmlns:a16="http://schemas.microsoft.com/office/drawing/2014/main" id="{2CABD3C9-136A-F2B7-B1CF-E8DA4511DF73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5" name="正方形/長方形 434">
              <a:extLst>
                <a:ext uri="{FF2B5EF4-FFF2-40B4-BE49-F238E27FC236}">
                  <a16:creationId xmlns:a16="http://schemas.microsoft.com/office/drawing/2014/main" id="{12808DCE-9B1B-D16D-8264-B103F4920AC5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36" name="グループ化 435">
            <a:extLst>
              <a:ext uri="{FF2B5EF4-FFF2-40B4-BE49-F238E27FC236}">
                <a16:creationId xmlns:a16="http://schemas.microsoft.com/office/drawing/2014/main" id="{7ED5F5E7-F055-436D-D5FF-081B1D837A52}"/>
              </a:ext>
            </a:extLst>
          </p:cNvPr>
          <p:cNvGrpSpPr/>
          <p:nvPr/>
        </p:nvGrpSpPr>
        <p:grpSpPr>
          <a:xfrm>
            <a:off x="11229977" y="4700783"/>
            <a:ext cx="2893052" cy="2884362"/>
            <a:chOff x="1387203" y="2001633"/>
            <a:chExt cx="3726884" cy="3792015"/>
          </a:xfrm>
        </p:grpSpPr>
        <p:sp>
          <p:nvSpPr>
            <p:cNvPr id="437" name="正方形/長方形 436">
              <a:extLst>
                <a:ext uri="{FF2B5EF4-FFF2-40B4-BE49-F238E27FC236}">
                  <a16:creationId xmlns:a16="http://schemas.microsoft.com/office/drawing/2014/main" id="{AF99557D-30CD-19F7-19C4-9806665B8B45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8" name="正方形/長方形 437">
              <a:extLst>
                <a:ext uri="{FF2B5EF4-FFF2-40B4-BE49-F238E27FC236}">
                  <a16:creationId xmlns:a16="http://schemas.microsoft.com/office/drawing/2014/main" id="{096FB1F7-B805-5C56-4502-EEEFA6A1EAE0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9" name="正方形/長方形 438">
              <a:extLst>
                <a:ext uri="{FF2B5EF4-FFF2-40B4-BE49-F238E27FC236}">
                  <a16:creationId xmlns:a16="http://schemas.microsoft.com/office/drawing/2014/main" id="{B4084E91-6422-3746-F712-4040F1995030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0" name="正方形/長方形 439">
              <a:extLst>
                <a:ext uri="{FF2B5EF4-FFF2-40B4-BE49-F238E27FC236}">
                  <a16:creationId xmlns:a16="http://schemas.microsoft.com/office/drawing/2014/main" id="{81C2F9F3-9901-3FAA-4C52-F9872ADF42AC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1" name="正方形/長方形 440">
              <a:extLst>
                <a:ext uri="{FF2B5EF4-FFF2-40B4-BE49-F238E27FC236}">
                  <a16:creationId xmlns:a16="http://schemas.microsoft.com/office/drawing/2014/main" id="{3B9CF776-2EEF-B54D-E8BC-F154B5C2D34F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2" name="正方形/長方形 441">
              <a:extLst>
                <a:ext uri="{FF2B5EF4-FFF2-40B4-BE49-F238E27FC236}">
                  <a16:creationId xmlns:a16="http://schemas.microsoft.com/office/drawing/2014/main" id="{F58CD98F-D74B-C32C-B714-560B32222A4A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3" name="正方形/長方形 442">
              <a:extLst>
                <a:ext uri="{FF2B5EF4-FFF2-40B4-BE49-F238E27FC236}">
                  <a16:creationId xmlns:a16="http://schemas.microsoft.com/office/drawing/2014/main" id="{54051FAD-CD08-B892-029F-38FEE5D8D664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4" name="正方形/長方形 443">
              <a:extLst>
                <a:ext uri="{FF2B5EF4-FFF2-40B4-BE49-F238E27FC236}">
                  <a16:creationId xmlns:a16="http://schemas.microsoft.com/office/drawing/2014/main" id="{8BB85F58-E558-F4A4-CC1A-9A343597C435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5" name="正方形/長方形 444">
              <a:extLst>
                <a:ext uri="{FF2B5EF4-FFF2-40B4-BE49-F238E27FC236}">
                  <a16:creationId xmlns:a16="http://schemas.microsoft.com/office/drawing/2014/main" id="{0BF5D5EB-0C87-CD26-8A8E-A812EBB2A325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6" name="正方形/長方形 445">
              <a:extLst>
                <a:ext uri="{FF2B5EF4-FFF2-40B4-BE49-F238E27FC236}">
                  <a16:creationId xmlns:a16="http://schemas.microsoft.com/office/drawing/2014/main" id="{677521B0-26C5-80F5-267B-ABE0175294C2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7" name="正方形/長方形 446">
              <a:extLst>
                <a:ext uri="{FF2B5EF4-FFF2-40B4-BE49-F238E27FC236}">
                  <a16:creationId xmlns:a16="http://schemas.microsoft.com/office/drawing/2014/main" id="{9C46A58F-C8C1-80C6-EF2C-D7DB7A43D1FD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8" name="正方形/長方形 447">
              <a:extLst>
                <a:ext uri="{FF2B5EF4-FFF2-40B4-BE49-F238E27FC236}">
                  <a16:creationId xmlns:a16="http://schemas.microsoft.com/office/drawing/2014/main" id="{5B4B07FC-2461-8336-A2E9-90CF25CF15D2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9" name="正方形/長方形 448">
              <a:extLst>
                <a:ext uri="{FF2B5EF4-FFF2-40B4-BE49-F238E27FC236}">
                  <a16:creationId xmlns:a16="http://schemas.microsoft.com/office/drawing/2014/main" id="{0CCAC3CA-20BB-7A3E-CB7A-518A6BADBA41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0" name="正方形/長方形 449">
              <a:extLst>
                <a:ext uri="{FF2B5EF4-FFF2-40B4-BE49-F238E27FC236}">
                  <a16:creationId xmlns:a16="http://schemas.microsoft.com/office/drawing/2014/main" id="{70064BCB-2368-D074-2E43-1BB0FA96ABBE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1" name="正方形/長方形 450">
              <a:extLst>
                <a:ext uri="{FF2B5EF4-FFF2-40B4-BE49-F238E27FC236}">
                  <a16:creationId xmlns:a16="http://schemas.microsoft.com/office/drawing/2014/main" id="{47618005-40E0-1B51-D940-A757A361388A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2" name="正方形/長方形 451">
              <a:extLst>
                <a:ext uri="{FF2B5EF4-FFF2-40B4-BE49-F238E27FC236}">
                  <a16:creationId xmlns:a16="http://schemas.microsoft.com/office/drawing/2014/main" id="{BC705052-4D6E-C5C3-4C26-8474DA7A8D6D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3" name="正方形/長方形 452">
              <a:extLst>
                <a:ext uri="{FF2B5EF4-FFF2-40B4-BE49-F238E27FC236}">
                  <a16:creationId xmlns:a16="http://schemas.microsoft.com/office/drawing/2014/main" id="{C54A6266-E0A9-6F41-3E7D-57763A8264E1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4" name="正方形/長方形 453">
              <a:extLst>
                <a:ext uri="{FF2B5EF4-FFF2-40B4-BE49-F238E27FC236}">
                  <a16:creationId xmlns:a16="http://schemas.microsoft.com/office/drawing/2014/main" id="{C4146A69-4796-3498-DD20-F3A7737BB6C9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5" name="正方形/長方形 454">
              <a:extLst>
                <a:ext uri="{FF2B5EF4-FFF2-40B4-BE49-F238E27FC236}">
                  <a16:creationId xmlns:a16="http://schemas.microsoft.com/office/drawing/2014/main" id="{6D8C3CAC-C68A-0FB0-E6B7-5B78B5A40108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6" name="正方形/長方形 455">
              <a:extLst>
                <a:ext uri="{FF2B5EF4-FFF2-40B4-BE49-F238E27FC236}">
                  <a16:creationId xmlns:a16="http://schemas.microsoft.com/office/drawing/2014/main" id="{F97B969D-C3CC-1E4B-F4B2-41820FFE997D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7" name="正方形/長方形 456">
              <a:extLst>
                <a:ext uri="{FF2B5EF4-FFF2-40B4-BE49-F238E27FC236}">
                  <a16:creationId xmlns:a16="http://schemas.microsoft.com/office/drawing/2014/main" id="{BCC0E38C-B5A9-3BAC-0BD9-8A952558964B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8" name="正方形/長方形 457">
              <a:extLst>
                <a:ext uri="{FF2B5EF4-FFF2-40B4-BE49-F238E27FC236}">
                  <a16:creationId xmlns:a16="http://schemas.microsoft.com/office/drawing/2014/main" id="{6163C888-E806-3274-A7BC-296043E9110E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9" name="正方形/長方形 458">
              <a:extLst>
                <a:ext uri="{FF2B5EF4-FFF2-40B4-BE49-F238E27FC236}">
                  <a16:creationId xmlns:a16="http://schemas.microsoft.com/office/drawing/2014/main" id="{D04890CA-E743-94AD-56DE-FDD10A659140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0" name="正方形/長方形 459">
              <a:extLst>
                <a:ext uri="{FF2B5EF4-FFF2-40B4-BE49-F238E27FC236}">
                  <a16:creationId xmlns:a16="http://schemas.microsoft.com/office/drawing/2014/main" id="{50B24F4E-6D79-8FE0-3213-B415A12A4F3C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1" name="正方形/長方形 460">
              <a:extLst>
                <a:ext uri="{FF2B5EF4-FFF2-40B4-BE49-F238E27FC236}">
                  <a16:creationId xmlns:a16="http://schemas.microsoft.com/office/drawing/2014/main" id="{2F94A157-8BDE-11CB-ED4F-70BBC750CCDF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2" name="正方形/長方形 461">
              <a:extLst>
                <a:ext uri="{FF2B5EF4-FFF2-40B4-BE49-F238E27FC236}">
                  <a16:creationId xmlns:a16="http://schemas.microsoft.com/office/drawing/2014/main" id="{980728AA-F564-2DE5-BADD-1C86D4B22847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3" name="正方形/長方形 462">
              <a:extLst>
                <a:ext uri="{FF2B5EF4-FFF2-40B4-BE49-F238E27FC236}">
                  <a16:creationId xmlns:a16="http://schemas.microsoft.com/office/drawing/2014/main" id="{62699522-9329-3228-460F-55A1B431E937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4" name="正方形/長方形 463">
              <a:extLst>
                <a:ext uri="{FF2B5EF4-FFF2-40B4-BE49-F238E27FC236}">
                  <a16:creationId xmlns:a16="http://schemas.microsoft.com/office/drawing/2014/main" id="{CB26761C-FEE0-7929-FA70-E3FF686E069C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5" name="正方形/長方形 464">
              <a:extLst>
                <a:ext uri="{FF2B5EF4-FFF2-40B4-BE49-F238E27FC236}">
                  <a16:creationId xmlns:a16="http://schemas.microsoft.com/office/drawing/2014/main" id="{27192798-1277-2130-27B4-B81766102EB2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6" name="正方形/長方形 465">
              <a:extLst>
                <a:ext uri="{FF2B5EF4-FFF2-40B4-BE49-F238E27FC236}">
                  <a16:creationId xmlns:a16="http://schemas.microsoft.com/office/drawing/2014/main" id="{4C692CBB-598B-41FC-F699-7B2682AD05E8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7" name="正方形/長方形 466">
              <a:extLst>
                <a:ext uri="{FF2B5EF4-FFF2-40B4-BE49-F238E27FC236}">
                  <a16:creationId xmlns:a16="http://schemas.microsoft.com/office/drawing/2014/main" id="{E589586F-33B2-DA58-1159-F4021E70B0E6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8" name="正方形/長方形 467">
              <a:extLst>
                <a:ext uri="{FF2B5EF4-FFF2-40B4-BE49-F238E27FC236}">
                  <a16:creationId xmlns:a16="http://schemas.microsoft.com/office/drawing/2014/main" id="{E392C78A-97FE-9D80-8BD4-EF38FE88D888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9" name="正方形/長方形 468">
              <a:extLst>
                <a:ext uri="{FF2B5EF4-FFF2-40B4-BE49-F238E27FC236}">
                  <a16:creationId xmlns:a16="http://schemas.microsoft.com/office/drawing/2014/main" id="{B11CF4DC-F143-354F-3520-C3476CFB5B9D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0" name="正方形/長方形 469">
              <a:extLst>
                <a:ext uri="{FF2B5EF4-FFF2-40B4-BE49-F238E27FC236}">
                  <a16:creationId xmlns:a16="http://schemas.microsoft.com/office/drawing/2014/main" id="{0A9FF0F8-A6D0-4FE4-1631-E708B588ADE4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1" name="正方形/長方形 470">
              <a:extLst>
                <a:ext uri="{FF2B5EF4-FFF2-40B4-BE49-F238E27FC236}">
                  <a16:creationId xmlns:a16="http://schemas.microsoft.com/office/drawing/2014/main" id="{7648FAC7-DA02-5E2B-9CE3-25F0199F5E79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2" name="正方形/長方形 471">
              <a:extLst>
                <a:ext uri="{FF2B5EF4-FFF2-40B4-BE49-F238E27FC236}">
                  <a16:creationId xmlns:a16="http://schemas.microsoft.com/office/drawing/2014/main" id="{B6D6524F-1610-C269-D223-A657038D4ECC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3" name="正方形/長方形 472">
              <a:extLst>
                <a:ext uri="{FF2B5EF4-FFF2-40B4-BE49-F238E27FC236}">
                  <a16:creationId xmlns:a16="http://schemas.microsoft.com/office/drawing/2014/main" id="{E734104D-45DF-47A6-CAE3-CC0828B9129F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4" name="正方形/長方形 473">
              <a:extLst>
                <a:ext uri="{FF2B5EF4-FFF2-40B4-BE49-F238E27FC236}">
                  <a16:creationId xmlns:a16="http://schemas.microsoft.com/office/drawing/2014/main" id="{AF3DEDC9-8720-D883-91CE-1F1E81080CB1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5" name="正方形/長方形 474">
              <a:extLst>
                <a:ext uri="{FF2B5EF4-FFF2-40B4-BE49-F238E27FC236}">
                  <a16:creationId xmlns:a16="http://schemas.microsoft.com/office/drawing/2014/main" id="{F593A6BB-C429-8F6D-0847-4ADCA0FB5EDA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6" name="正方形/長方形 475">
              <a:extLst>
                <a:ext uri="{FF2B5EF4-FFF2-40B4-BE49-F238E27FC236}">
                  <a16:creationId xmlns:a16="http://schemas.microsoft.com/office/drawing/2014/main" id="{793CB38F-7091-6AC8-80AD-2388F4E7907F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7" name="正方形/長方形 476">
              <a:extLst>
                <a:ext uri="{FF2B5EF4-FFF2-40B4-BE49-F238E27FC236}">
                  <a16:creationId xmlns:a16="http://schemas.microsoft.com/office/drawing/2014/main" id="{86728409-3014-FC7B-F04F-90811515234C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8" name="正方形/長方形 477">
              <a:extLst>
                <a:ext uri="{FF2B5EF4-FFF2-40B4-BE49-F238E27FC236}">
                  <a16:creationId xmlns:a16="http://schemas.microsoft.com/office/drawing/2014/main" id="{5F5A29B1-107E-EBD7-7247-CD38874A047A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9" name="正方形/長方形 478">
              <a:extLst>
                <a:ext uri="{FF2B5EF4-FFF2-40B4-BE49-F238E27FC236}">
                  <a16:creationId xmlns:a16="http://schemas.microsoft.com/office/drawing/2014/main" id="{84D5E425-FDCA-9776-D51A-DF7E504F81C6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0" name="正方形/長方形 479">
              <a:extLst>
                <a:ext uri="{FF2B5EF4-FFF2-40B4-BE49-F238E27FC236}">
                  <a16:creationId xmlns:a16="http://schemas.microsoft.com/office/drawing/2014/main" id="{16C9923E-CCF6-CABA-72BE-44ABB2E626BD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1" name="正方形/長方形 480">
              <a:extLst>
                <a:ext uri="{FF2B5EF4-FFF2-40B4-BE49-F238E27FC236}">
                  <a16:creationId xmlns:a16="http://schemas.microsoft.com/office/drawing/2014/main" id="{E8AD16F2-FF2D-B1D0-55D9-A9159CA117CC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2" name="正方形/長方形 481">
              <a:extLst>
                <a:ext uri="{FF2B5EF4-FFF2-40B4-BE49-F238E27FC236}">
                  <a16:creationId xmlns:a16="http://schemas.microsoft.com/office/drawing/2014/main" id="{FCAA859D-40B4-E0C8-7E51-2CDCE97C9185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3" name="正方形/長方形 482">
              <a:extLst>
                <a:ext uri="{FF2B5EF4-FFF2-40B4-BE49-F238E27FC236}">
                  <a16:creationId xmlns:a16="http://schemas.microsoft.com/office/drawing/2014/main" id="{8950CC81-0560-B428-22F0-C44575B0A5B9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4" name="正方形/長方形 483">
              <a:extLst>
                <a:ext uri="{FF2B5EF4-FFF2-40B4-BE49-F238E27FC236}">
                  <a16:creationId xmlns:a16="http://schemas.microsoft.com/office/drawing/2014/main" id="{EF422DE2-3B9E-38AA-2105-93162B27CB31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5" name="正方形/長方形 484">
              <a:extLst>
                <a:ext uri="{FF2B5EF4-FFF2-40B4-BE49-F238E27FC236}">
                  <a16:creationId xmlns:a16="http://schemas.microsoft.com/office/drawing/2014/main" id="{046A830F-CD4B-A099-028F-FF7750A5FB97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6" name="正方形/長方形 485">
              <a:extLst>
                <a:ext uri="{FF2B5EF4-FFF2-40B4-BE49-F238E27FC236}">
                  <a16:creationId xmlns:a16="http://schemas.microsoft.com/office/drawing/2014/main" id="{64D4B537-D63E-0DF4-A394-36DE6DF12BE6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7" name="正方形/長方形 486">
              <a:extLst>
                <a:ext uri="{FF2B5EF4-FFF2-40B4-BE49-F238E27FC236}">
                  <a16:creationId xmlns:a16="http://schemas.microsoft.com/office/drawing/2014/main" id="{BCC300B2-C170-B701-5997-88CB15F46CBD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8" name="正方形/長方形 487">
              <a:extLst>
                <a:ext uri="{FF2B5EF4-FFF2-40B4-BE49-F238E27FC236}">
                  <a16:creationId xmlns:a16="http://schemas.microsoft.com/office/drawing/2014/main" id="{41857ABD-2B80-A095-24F8-88529EB182A1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9" name="正方形/長方形 488">
              <a:extLst>
                <a:ext uri="{FF2B5EF4-FFF2-40B4-BE49-F238E27FC236}">
                  <a16:creationId xmlns:a16="http://schemas.microsoft.com/office/drawing/2014/main" id="{4A6A0FD0-87CF-692A-16B5-4525255F8A33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0" name="正方形/長方形 489">
              <a:extLst>
                <a:ext uri="{FF2B5EF4-FFF2-40B4-BE49-F238E27FC236}">
                  <a16:creationId xmlns:a16="http://schemas.microsoft.com/office/drawing/2014/main" id="{004EB754-F79C-AFAD-DCB1-436921C017CC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1" name="正方形/長方形 490">
              <a:extLst>
                <a:ext uri="{FF2B5EF4-FFF2-40B4-BE49-F238E27FC236}">
                  <a16:creationId xmlns:a16="http://schemas.microsoft.com/office/drawing/2014/main" id="{77701985-7AD3-6767-FF89-86830C81ED0A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2" name="正方形/長方形 491">
              <a:extLst>
                <a:ext uri="{FF2B5EF4-FFF2-40B4-BE49-F238E27FC236}">
                  <a16:creationId xmlns:a16="http://schemas.microsoft.com/office/drawing/2014/main" id="{4BFB82E2-4263-3682-1CAD-AF1E39D10F41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3" name="正方形/長方形 492">
              <a:extLst>
                <a:ext uri="{FF2B5EF4-FFF2-40B4-BE49-F238E27FC236}">
                  <a16:creationId xmlns:a16="http://schemas.microsoft.com/office/drawing/2014/main" id="{4C736ECD-1CAC-EA8F-6018-4C46CD83A7B1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4" name="正方形/長方形 493">
              <a:extLst>
                <a:ext uri="{FF2B5EF4-FFF2-40B4-BE49-F238E27FC236}">
                  <a16:creationId xmlns:a16="http://schemas.microsoft.com/office/drawing/2014/main" id="{9C47D8D1-1EF3-D2A5-B094-BA62F1049DD2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5" name="正方形/長方形 494">
              <a:extLst>
                <a:ext uri="{FF2B5EF4-FFF2-40B4-BE49-F238E27FC236}">
                  <a16:creationId xmlns:a16="http://schemas.microsoft.com/office/drawing/2014/main" id="{4B74D8E0-BBAA-1FED-7502-2395D615AAA8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6" name="正方形/長方形 495">
              <a:extLst>
                <a:ext uri="{FF2B5EF4-FFF2-40B4-BE49-F238E27FC236}">
                  <a16:creationId xmlns:a16="http://schemas.microsoft.com/office/drawing/2014/main" id="{F13AD481-A94A-4120-690B-93366652D932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7" name="正方形/長方形 496">
              <a:extLst>
                <a:ext uri="{FF2B5EF4-FFF2-40B4-BE49-F238E27FC236}">
                  <a16:creationId xmlns:a16="http://schemas.microsoft.com/office/drawing/2014/main" id="{DA6FD61F-6397-C694-A936-ADE078FA311D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8" name="正方形/長方形 497">
              <a:extLst>
                <a:ext uri="{FF2B5EF4-FFF2-40B4-BE49-F238E27FC236}">
                  <a16:creationId xmlns:a16="http://schemas.microsoft.com/office/drawing/2014/main" id="{6ABEF538-0C80-C9A5-878F-F01D4450BD42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9" name="正方形/長方形 498">
              <a:extLst>
                <a:ext uri="{FF2B5EF4-FFF2-40B4-BE49-F238E27FC236}">
                  <a16:creationId xmlns:a16="http://schemas.microsoft.com/office/drawing/2014/main" id="{DB9600F8-7DC0-FA35-C3E0-92D92401A3EB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0" name="正方形/長方形 499">
              <a:extLst>
                <a:ext uri="{FF2B5EF4-FFF2-40B4-BE49-F238E27FC236}">
                  <a16:creationId xmlns:a16="http://schemas.microsoft.com/office/drawing/2014/main" id="{9EAE1064-7DAB-3050-DA62-AAB96DAEA7E2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1" name="正方形/長方形 500">
              <a:extLst>
                <a:ext uri="{FF2B5EF4-FFF2-40B4-BE49-F238E27FC236}">
                  <a16:creationId xmlns:a16="http://schemas.microsoft.com/office/drawing/2014/main" id="{9C475241-4B92-9948-EE31-CF5F2BD5F159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2" name="正方形/長方形 501">
              <a:extLst>
                <a:ext uri="{FF2B5EF4-FFF2-40B4-BE49-F238E27FC236}">
                  <a16:creationId xmlns:a16="http://schemas.microsoft.com/office/drawing/2014/main" id="{89D6860F-7FA6-FC11-CE69-87BE337CF1FD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3" name="正方形/長方形 502">
              <a:extLst>
                <a:ext uri="{FF2B5EF4-FFF2-40B4-BE49-F238E27FC236}">
                  <a16:creationId xmlns:a16="http://schemas.microsoft.com/office/drawing/2014/main" id="{9C503246-0013-E46C-0C21-63ADF7C44CB0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4" name="正方形/長方形 503">
              <a:extLst>
                <a:ext uri="{FF2B5EF4-FFF2-40B4-BE49-F238E27FC236}">
                  <a16:creationId xmlns:a16="http://schemas.microsoft.com/office/drawing/2014/main" id="{CE179436-FC12-F869-E11C-F66D38F2769D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5" name="正方形/長方形 504">
              <a:extLst>
                <a:ext uri="{FF2B5EF4-FFF2-40B4-BE49-F238E27FC236}">
                  <a16:creationId xmlns:a16="http://schemas.microsoft.com/office/drawing/2014/main" id="{5453B10D-3C2D-18E4-19D8-49D35A4BA556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6" name="正方形/長方形 505">
              <a:extLst>
                <a:ext uri="{FF2B5EF4-FFF2-40B4-BE49-F238E27FC236}">
                  <a16:creationId xmlns:a16="http://schemas.microsoft.com/office/drawing/2014/main" id="{19C12465-941A-6A5E-10F4-267E8131D8C3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7" name="正方形/長方形 506">
              <a:extLst>
                <a:ext uri="{FF2B5EF4-FFF2-40B4-BE49-F238E27FC236}">
                  <a16:creationId xmlns:a16="http://schemas.microsoft.com/office/drawing/2014/main" id="{5278C825-3CE7-B147-F334-331D31E8362F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8" name="正方形/長方形 507">
              <a:extLst>
                <a:ext uri="{FF2B5EF4-FFF2-40B4-BE49-F238E27FC236}">
                  <a16:creationId xmlns:a16="http://schemas.microsoft.com/office/drawing/2014/main" id="{563D670B-8199-5466-1D8F-10E16D38B2EB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9" name="正方形/長方形 508">
              <a:extLst>
                <a:ext uri="{FF2B5EF4-FFF2-40B4-BE49-F238E27FC236}">
                  <a16:creationId xmlns:a16="http://schemas.microsoft.com/office/drawing/2014/main" id="{B588D8B8-2627-B9F7-FF14-7792C059BC13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0" name="正方形/長方形 509">
              <a:extLst>
                <a:ext uri="{FF2B5EF4-FFF2-40B4-BE49-F238E27FC236}">
                  <a16:creationId xmlns:a16="http://schemas.microsoft.com/office/drawing/2014/main" id="{FA9B0210-63B1-E81F-AD6E-5A6CF2183E8C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1" name="正方形/長方形 510">
              <a:extLst>
                <a:ext uri="{FF2B5EF4-FFF2-40B4-BE49-F238E27FC236}">
                  <a16:creationId xmlns:a16="http://schemas.microsoft.com/office/drawing/2014/main" id="{CC007666-2C3F-832D-3520-59BBEEF201FB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2" name="正方形/長方形 511">
              <a:extLst>
                <a:ext uri="{FF2B5EF4-FFF2-40B4-BE49-F238E27FC236}">
                  <a16:creationId xmlns:a16="http://schemas.microsoft.com/office/drawing/2014/main" id="{BE493915-F89D-3673-04EE-9088315598A4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3" name="正方形/長方形 512">
              <a:extLst>
                <a:ext uri="{FF2B5EF4-FFF2-40B4-BE49-F238E27FC236}">
                  <a16:creationId xmlns:a16="http://schemas.microsoft.com/office/drawing/2014/main" id="{17D8AA06-0FD4-116A-A478-CAD14458227B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4" name="正方形/長方形 513">
              <a:extLst>
                <a:ext uri="{FF2B5EF4-FFF2-40B4-BE49-F238E27FC236}">
                  <a16:creationId xmlns:a16="http://schemas.microsoft.com/office/drawing/2014/main" id="{B59F1175-848B-AD17-D274-6776C7E37C1B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5" name="正方形/長方形 514">
              <a:extLst>
                <a:ext uri="{FF2B5EF4-FFF2-40B4-BE49-F238E27FC236}">
                  <a16:creationId xmlns:a16="http://schemas.microsoft.com/office/drawing/2014/main" id="{AEADBB18-8D80-C83C-0AE7-2BBB7C0AA8B3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6" name="正方形/長方形 515">
              <a:extLst>
                <a:ext uri="{FF2B5EF4-FFF2-40B4-BE49-F238E27FC236}">
                  <a16:creationId xmlns:a16="http://schemas.microsoft.com/office/drawing/2014/main" id="{B50CCFA5-9EAE-0ADB-9D61-EF97EEE6D0E7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7" name="正方形/長方形 516">
              <a:extLst>
                <a:ext uri="{FF2B5EF4-FFF2-40B4-BE49-F238E27FC236}">
                  <a16:creationId xmlns:a16="http://schemas.microsoft.com/office/drawing/2014/main" id="{8C85E616-F2FA-A71D-8F5C-B2C4112CE780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8" name="正方形/長方形 517">
              <a:extLst>
                <a:ext uri="{FF2B5EF4-FFF2-40B4-BE49-F238E27FC236}">
                  <a16:creationId xmlns:a16="http://schemas.microsoft.com/office/drawing/2014/main" id="{42D6923E-0FF9-ED07-90E9-0C86648EE8FF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9" name="正方形/長方形 518">
              <a:extLst>
                <a:ext uri="{FF2B5EF4-FFF2-40B4-BE49-F238E27FC236}">
                  <a16:creationId xmlns:a16="http://schemas.microsoft.com/office/drawing/2014/main" id="{37FCFBA8-5152-613C-B360-7F05E9CDCEF9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0" name="正方形/長方形 519">
              <a:extLst>
                <a:ext uri="{FF2B5EF4-FFF2-40B4-BE49-F238E27FC236}">
                  <a16:creationId xmlns:a16="http://schemas.microsoft.com/office/drawing/2014/main" id="{038DB631-D965-C30A-21F0-3152F3833F67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1" name="正方形/長方形 520">
              <a:extLst>
                <a:ext uri="{FF2B5EF4-FFF2-40B4-BE49-F238E27FC236}">
                  <a16:creationId xmlns:a16="http://schemas.microsoft.com/office/drawing/2014/main" id="{FBC9D0DE-59CB-5903-1F74-254066421693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2" name="正方形/長方形 521">
              <a:extLst>
                <a:ext uri="{FF2B5EF4-FFF2-40B4-BE49-F238E27FC236}">
                  <a16:creationId xmlns:a16="http://schemas.microsoft.com/office/drawing/2014/main" id="{9E670238-21DB-C43D-EEF0-CD8FB46C7C45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3" name="正方形/長方形 522">
              <a:extLst>
                <a:ext uri="{FF2B5EF4-FFF2-40B4-BE49-F238E27FC236}">
                  <a16:creationId xmlns:a16="http://schemas.microsoft.com/office/drawing/2014/main" id="{E55212AB-8B7F-6F66-7487-17D7BC0A1C67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4" name="正方形/長方形 523">
              <a:extLst>
                <a:ext uri="{FF2B5EF4-FFF2-40B4-BE49-F238E27FC236}">
                  <a16:creationId xmlns:a16="http://schemas.microsoft.com/office/drawing/2014/main" id="{8840BE90-D3BE-C88A-33FE-6D5D274A31C8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5" name="正方形/長方形 524">
              <a:extLst>
                <a:ext uri="{FF2B5EF4-FFF2-40B4-BE49-F238E27FC236}">
                  <a16:creationId xmlns:a16="http://schemas.microsoft.com/office/drawing/2014/main" id="{015EB181-B3D0-B949-9A6E-AE2E4E66E7F3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6" name="正方形/長方形 525">
              <a:extLst>
                <a:ext uri="{FF2B5EF4-FFF2-40B4-BE49-F238E27FC236}">
                  <a16:creationId xmlns:a16="http://schemas.microsoft.com/office/drawing/2014/main" id="{406DDAB3-6A6D-2AE0-0C30-3A556AE127CE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7" name="正方形/長方形 526">
              <a:extLst>
                <a:ext uri="{FF2B5EF4-FFF2-40B4-BE49-F238E27FC236}">
                  <a16:creationId xmlns:a16="http://schemas.microsoft.com/office/drawing/2014/main" id="{2096F789-3B6A-37AA-03EE-291C6F4B6AC3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8" name="正方形/長方形 527">
              <a:extLst>
                <a:ext uri="{FF2B5EF4-FFF2-40B4-BE49-F238E27FC236}">
                  <a16:creationId xmlns:a16="http://schemas.microsoft.com/office/drawing/2014/main" id="{E18A4A2F-385B-069E-C8E2-F724815E5875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9" name="正方形/長方形 528">
              <a:extLst>
                <a:ext uri="{FF2B5EF4-FFF2-40B4-BE49-F238E27FC236}">
                  <a16:creationId xmlns:a16="http://schemas.microsoft.com/office/drawing/2014/main" id="{1AAF2E39-E360-A3C8-D3AA-95F7FFEA85D4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0" name="正方形/長方形 529">
              <a:extLst>
                <a:ext uri="{FF2B5EF4-FFF2-40B4-BE49-F238E27FC236}">
                  <a16:creationId xmlns:a16="http://schemas.microsoft.com/office/drawing/2014/main" id="{D95439BC-B5BF-65C5-804B-13E169EB237F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1" name="正方形/長方形 530">
              <a:extLst>
                <a:ext uri="{FF2B5EF4-FFF2-40B4-BE49-F238E27FC236}">
                  <a16:creationId xmlns:a16="http://schemas.microsoft.com/office/drawing/2014/main" id="{2038C6FF-E5F2-F4B6-47F2-6D4DCF7E3338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2" name="正方形/長方形 531">
              <a:extLst>
                <a:ext uri="{FF2B5EF4-FFF2-40B4-BE49-F238E27FC236}">
                  <a16:creationId xmlns:a16="http://schemas.microsoft.com/office/drawing/2014/main" id="{3B15ABD4-F060-364A-A821-E9FB4B285633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3" name="正方形/長方形 532">
              <a:extLst>
                <a:ext uri="{FF2B5EF4-FFF2-40B4-BE49-F238E27FC236}">
                  <a16:creationId xmlns:a16="http://schemas.microsoft.com/office/drawing/2014/main" id="{106F2458-8EE1-349F-97AD-A269DFD615A1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4" name="正方形/長方形 533">
              <a:extLst>
                <a:ext uri="{FF2B5EF4-FFF2-40B4-BE49-F238E27FC236}">
                  <a16:creationId xmlns:a16="http://schemas.microsoft.com/office/drawing/2014/main" id="{53CF86E2-8F3B-DC73-6544-776FD0A66234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5" name="正方形/長方形 534">
              <a:extLst>
                <a:ext uri="{FF2B5EF4-FFF2-40B4-BE49-F238E27FC236}">
                  <a16:creationId xmlns:a16="http://schemas.microsoft.com/office/drawing/2014/main" id="{0DC6CC50-C75B-A733-9A93-AE4FD1822713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6" name="正方形/長方形 535">
              <a:extLst>
                <a:ext uri="{FF2B5EF4-FFF2-40B4-BE49-F238E27FC236}">
                  <a16:creationId xmlns:a16="http://schemas.microsoft.com/office/drawing/2014/main" id="{3709A712-5416-D1A8-909B-14F10A7570A5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7" name="正方形/長方形 536">
              <a:extLst>
                <a:ext uri="{FF2B5EF4-FFF2-40B4-BE49-F238E27FC236}">
                  <a16:creationId xmlns:a16="http://schemas.microsoft.com/office/drawing/2014/main" id="{F790D12D-8150-648D-5C6E-E46D4381FBD5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8" name="正方形/長方形 537">
              <a:extLst>
                <a:ext uri="{FF2B5EF4-FFF2-40B4-BE49-F238E27FC236}">
                  <a16:creationId xmlns:a16="http://schemas.microsoft.com/office/drawing/2014/main" id="{A6C32F74-DD83-ACD8-782C-CAD7CB3A37F0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9" name="正方形/長方形 538">
              <a:extLst>
                <a:ext uri="{FF2B5EF4-FFF2-40B4-BE49-F238E27FC236}">
                  <a16:creationId xmlns:a16="http://schemas.microsoft.com/office/drawing/2014/main" id="{E13F4720-7095-ADB5-91FE-DF79B8A5C31B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CCC94F-028C-61C1-2658-508A39FED250}"/>
              </a:ext>
            </a:extLst>
          </p:cNvPr>
          <p:cNvSpPr txBox="1"/>
          <p:nvPr/>
        </p:nvSpPr>
        <p:spPr>
          <a:xfrm>
            <a:off x="5312963" y="46251"/>
            <a:ext cx="133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5B5B"/>
                </a:solidFill>
                <a:latin typeface="しねきゃぷしょん" panose="02000600000000000000" pitchFamily="2" charset="-128"/>
                <a:ea typeface="しねきゃぷしょん" panose="02000600000000000000" pitchFamily="2" charset="-128"/>
              </a:rPr>
              <a:t>わるだくみ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4B3057-DCAF-C461-DD29-932BDDC61C8E}"/>
              </a:ext>
            </a:extLst>
          </p:cNvPr>
          <p:cNvSpPr txBox="1"/>
          <p:nvPr/>
        </p:nvSpPr>
        <p:spPr>
          <a:xfrm>
            <a:off x="4460291" y="219393"/>
            <a:ext cx="32714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dirty="0">
                <a:solidFill>
                  <a:srgbClr val="FF5B5B"/>
                </a:solidFill>
                <a:latin typeface="しねきゃぷしょん" panose="02000600000000000000" pitchFamily="2" charset="-128"/>
                <a:ea typeface="しねきゃぷしょん" panose="02000600000000000000" pitchFamily="2" charset="-128"/>
              </a:rPr>
              <a:t>悪堕組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01E1CF-D94C-0E5B-0A2C-AA5626D0EB16}"/>
              </a:ext>
            </a:extLst>
          </p:cNvPr>
          <p:cNvSpPr txBox="1"/>
          <p:nvPr/>
        </p:nvSpPr>
        <p:spPr>
          <a:xfrm>
            <a:off x="3130613" y="1592864"/>
            <a:ext cx="5930775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75" b="1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デカくなったら、全部こわせる。</a:t>
            </a:r>
            <a:endParaRPr lang="en-US" altLang="ja-JP" sz="3575" b="1" dirty="0">
              <a:solidFill>
                <a:srgbClr val="8A6B3F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5FAAC9-AC69-5E97-1857-120E887A4593}"/>
              </a:ext>
            </a:extLst>
          </p:cNvPr>
          <p:cNvSpPr txBox="1"/>
          <p:nvPr/>
        </p:nvSpPr>
        <p:spPr>
          <a:xfrm>
            <a:off x="7328168" y="2105041"/>
            <a:ext cx="48638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5AB9F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ジャンル：成長型破壊アクション</a:t>
            </a:r>
            <a:endParaRPr kumimoji="1" lang="en-US" altLang="ja-JP" sz="2000" dirty="0">
              <a:solidFill>
                <a:srgbClr val="5AB9FF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r>
              <a:rPr kumimoji="1" lang="ja-JP" altLang="en-US" sz="2000" dirty="0">
                <a:solidFill>
                  <a:srgbClr val="5AB9F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プラットフォーム：</a:t>
            </a:r>
            <a:r>
              <a:rPr kumimoji="1" lang="en-US" altLang="ja-JP" sz="2000" dirty="0">
                <a:solidFill>
                  <a:srgbClr val="5AB9F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PC</a:t>
            </a:r>
          </a:p>
          <a:p>
            <a:r>
              <a:rPr kumimoji="1" lang="ja-JP" altLang="en-US" sz="2000" dirty="0">
                <a:solidFill>
                  <a:srgbClr val="5AB9F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ターゲット：短時間で爽快感を楽しみたい人</a:t>
            </a:r>
          </a:p>
        </p:txBody>
      </p:sp>
    </p:spTree>
    <p:extLst>
      <p:ext uri="{BB962C8B-B14F-4D97-AF65-F5344CB8AC3E}">
        <p14:creationId xmlns:p14="http://schemas.microsoft.com/office/powerpoint/2010/main" val="2914556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A9DA340D-2951-1CED-CA81-1A7AC28C739F}"/>
              </a:ext>
            </a:extLst>
          </p:cNvPr>
          <p:cNvGrpSpPr/>
          <p:nvPr/>
        </p:nvGrpSpPr>
        <p:grpSpPr>
          <a:xfrm>
            <a:off x="2862170" y="2109714"/>
            <a:ext cx="6696167" cy="7295803"/>
            <a:chOff x="2434019" y="1645250"/>
            <a:chExt cx="2772948" cy="2883888"/>
          </a:xfrm>
        </p:grpSpPr>
        <p:sp>
          <p:nvSpPr>
            <p:cNvPr id="118" name="楕円 117">
              <a:extLst>
                <a:ext uri="{FF2B5EF4-FFF2-40B4-BE49-F238E27FC236}">
                  <a16:creationId xmlns:a16="http://schemas.microsoft.com/office/drawing/2014/main" id="{08003811-B258-18A8-30F8-E949B4A5CCC6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479DAA26-996F-F733-5A90-22EE1E17733C}"/>
                </a:ext>
              </a:extLst>
            </p:cNvPr>
            <p:cNvSpPr/>
            <p:nvPr/>
          </p:nvSpPr>
          <p:spPr>
            <a:xfrm rot="517136">
              <a:off x="4780462" y="23330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42" name="正方形/長方形 541">
              <a:extLst>
                <a:ext uri="{FF2B5EF4-FFF2-40B4-BE49-F238E27FC236}">
                  <a16:creationId xmlns:a16="http://schemas.microsoft.com/office/drawing/2014/main" id="{B7E6A919-FF0D-CE4F-73FB-613E7AD7821D}"/>
                </a:ext>
              </a:extLst>
            </p:cNvPr>
            <p:cNvSpPr/>
            <p:nvPr/>
          </p:nvSpPr>
          <p:spPr>
            <a:xfrm rot="21204511">
              <a:off x="2546324" y="21472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3" name="楕円 542">
              <a:extLst>
                <a:ext uri="{FF2B5EF4-FFF2-40B4-BE49-F238E27FC236}">
                  <a16:creationId xmlns:a16="http://schemas.microsoft.com/office/drawing/2014/main" id="{2876B557-8BF5-7C05-729C-12481B5F95DB}"/>
                </a:ext>
              </a:extLst>
            </p:cNvPr>
            <p:cNvSpPr/>
            <p:nvPr/>
          </p:nvSpPr>
          <p:spPr>
            <a:xfrm rot="1304466">
              <a:off x="2440028" y="2564725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4" name="楕円 543">
              <a:extLst>
                <a:ext uri="{FF2B5EF4-FFF2-40B4-BE49-F238E27FC236}">
                  <a16:creationId xmlns:a16="http://schemas.microsoft.com/office/drawing/2014/main" id="{0953E8FE-5C55-0974-38BB-8C378B9095B7}"/>
                </a:ext>
              </a:extLst>
            </p:cNvPr>
            <p:cNvSpPr/>
            <p:nvPr/>
          </p:nvSpPr>
          <p:spPr>
            <a:xfrm>
              <a:off x="2434019" y="1962431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5" name="楕円 544">
              <a:extLst>
                <a:ext uri="{FF2B5EF4-FFF2-40B4-BE49-F238E27FC236}">
                  <a16:creationId xmlns:a16="http://schemas.microsoft.com/office/drawing/2014/main" id="{17E34D26-07AF-E49A-8245-DF4A60449456}"/>
                </a:ext>
              </a:extLst>
            </p:cNvPr>
            <p:cNvSpPr/>
            <p:nvPr/>
          </p:nvSpPr>
          <p:spPr>
            <a:xfrm rot="21142850">
              <a:off x="4528333" y="2628646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6" name="楕円 545">
              <a:extLst>
                <a:ext uri="{FF2B5EF4-FFF2-40B4-BE49-F238E27FC236}">
                  <a16:creationId xmlns:a16="http://schemas.microsoft.com/office/drawing/2014/main" id="{626C73DC-601F-7122-7675-BF56B4F6D6A2}"/>
                </a:ext>
              </a:extLst>
            </p:cNvPr>
            <p:cNvSpPr/>
            <p:nvPr/>
          </p:nvSpPr>
          <p:spPr>
            <a:xfrm>
              <a:off x="2775284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7" name="正方形/長方形 546">
              <a:extLst>
                <a:ext uri="{FF2B5EF4-FFF2-40B4-BE49-F238E27FC236}">
                  <a16:creationId xmlns:a16="http://schemas.microsoft.com/office/drawing/2014/main" id="{952A2A8A-355C-6C64-1F87-70554E9EC226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8" name="楕円 547">
              <a:extLst>
                <a:ext uri="{FF2B5EF4-FFF2-40B4-BE49-F238E27FC236}">
                  <a16:creationId xmlns:a16="http://schemas.microsoft.com/office/drawing/2014/main" id="{52F42305-3530-2E16-D6CF-815EDBE456CF}"/>
                </a:ext>
              </a:extLst>
            </p:cNvPr>
            <p:cNvSpPr/>
            <p:nvPr/>
          </p:nvSpPr>
          <p:spPr>
            <a:xfrm>
              <a:off x="4761817" y="2040686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49" name="二等辺三角形 548">
              <a:extLst>
                <a:ext uri="{FF2B5EF4-FFF2-40B4-BE49-F238E27FC236}">
                  <a16:creationId xmlns:a16="http://schemas.microsoft.com/office/drawing/2014/main" id="{8C1ED1F8-D2BA-0172-0382-02EEDC28C0E9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0" name="二等辺三角形 549">
              <a:extLst>
                <a:ext uri="{FF2B5EF4-FFF2-40B4-BE49-F238E27FC236}">
                  <a16:creationId xmlns:a16="http://schemas.microsoft.com/office/drawing/2014/main" id="{89EF6793-FE4F-F814-2E13-5D874BAF7DF1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1" name="二等辺三角形 550">
              <a:extLst>
                <a:ext uri="{FF2B5EF4-FFF2-40B4-BE49-F238E27FC236}">
                  <a16:creationId xmlns:a16="http://schemas.microsoft.com/office/drawing/2014/main" id="{E6F488DE-B3F8-1543-C380-1645DC203A6B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2" name="二等辺三角形 551">
              <a:extLst>
                <a:ext uri="{FF2B5EF4-FFF2-40B4-BE49-F238E27FC236}">
                  <a16:creationId xmlns:a16="http://schemas.microsoft.com/office/drawing/2014/main" id="{5931DDFC-4A5D-837A-7B5B-A669BD3AD34C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B856EF-E907-5F3F-D1A5-02999896812F}"/>
              </a:ext>
            </a:extLst>
          </p:cNvPr>
          <p:cNvSpPr txBox="1"/>
          <p:nvPr/>
        </p:nvSpPr>
        <p:spPr>
          <a:xfrm>
            <a:off x="-4918" y="-14467"/>
            <a:ext cx="2384324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75" b="1" dirty="0">
                <a:solidFill>
                  <a:srgbClr val="8A6B3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コンセプト</a:t>
            </a:r>
            <a:endParaRPr lang="en-US" altLang="ja-JP" sz="3575" b="1" dirty="0">
              <a:solidFill>
                <a:srgbClr val="8A6B3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07D105-61B6-0671-8C66-29A5596CC9BF}"/>
              </a:ext>
            </a:extLst>
          </p:cNvPr>
          <p:cNvSpPr txBox="1"/>
          <p:nvPr/>
        </p:nvSpPr>
        <p:spPr>
          <a:xfrm>
            <a:off x="118754" y="780729"/>
            <a:ext cx="11542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建物を壊して巨大化！</a:t>
            </a:r>
            <a:endParaRPr lang="en-US" altLang="ja-JP" sz="3600" dirty="0">
              <a:solidFill>
                <a:srgbClr val="8A6B3F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lang="ja-JP" altLang="en-US" sz="36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街全体をおもちゃのように蹂躙する「</a:t>
            </a:r>
            <a:r>
              <a:rPr lang="ja-JP" altLang="en-US" sz="3600" b="1" dirty="0">
                <a:solidFill>
                  <a:srgbClr val="FF5B5B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成長破壊</a:t>
            </a:r>
            <a:r>
              <a:rPr lang="ja-JP" altLang="en-US" sz="36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」アクション</a:t>
            </a:r>
            <a:endParaRPr lang="en-US" altLang="ja-JP" sz="3600" dirty="0">
              <a:solidFill>
                <a:srgbClr val="8A6B3F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C4A4F10-0B77-56C9-9ACB-59ADC8C689B2}"/>
              </a:ext>
            </a:extLst>
          </p:cNvPr>
          <p:cNvGrpSpPr/>
          <p:nvPr/>
        </p:nvGrpSpPr>
        <p:grpSpPr>
          <a:xfrm>
            <a:off x="-349876" y="4715071"/>
            <a:ext cx="2893052" cy="2884362"/>
            <a:chOff x="1387203" y="2001633"/>
            <a:chExt cx="3726884" cy="3792015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70E0C00-E752-DEB7-AAAF-D8EAB5528283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6ADADD7B-7576-2A98-F2B2-7CC18C9F492C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62EF136-5843-5E29-5D89-9143F44859AB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512D85D-8797-CE0D-E10F-DA14B1875F6E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8AD32713-6568-B4E6-D2C9-41ACF9412A91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50553747-5B5C-2217-A69E-4322A7519F7F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AC74CF2-1668-ED05-0BD0-D88C83FE2C0A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3D214D08-4137-2BBC-F81C-67903FED7F1E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4777A810-A3F5-D4B3-5F4A-76ED08BFD190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F05E1EF6-610D-6525-AF83-476F7348DB66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CF35214F-2450-26B8-BEE1-0270E6CAAE42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AC3CCF08-48BA-77D2-CA8D-9CDF8442AB80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E11F7BCD-BABE-3B07-A975-1D01A7496E6C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E94C58E2-A5DE-5428-34B7-3C9836013D49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48530100-346E-B090-7107-5C35845ADCB2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A8E5DCC3-04B1-30E7-CA6C-D4DEE7C1B621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98BD3E1B-A8E1-3E84-A424-897C9CB8D44F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4290B24-B5C3-B9A1-4844-1EEA30F1CB97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F5C49D95-598F-BF97-CA0E-A29DAC7B147E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D6F4AC3B-6894-71B1-FD3E-28A511AE1579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712BA564-08CE-86D6-1A26-4D7E08B989E0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FFC4B59-0B9A-C371-F545-1ED2687A640D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968689FC-84FE-BA56-0860-D829C1DCAD80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AB11090-94F5-4101-9F73-912FF65C7B57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D989AB0A-7B64-D6CA-23FE-39B4646BC3CA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7DFA30EF-AAAE-BC97-5560-F1BC9BDFEE87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168783B9-9000-8D07-4953-4E844B107871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D947BCFD-AB5A-A313-3E6A-579B75F85C1F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54A1384A-3A12-CC89-69F0-4276FBAB0A68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4F2871C2-743B-E84F-5105-5A300AE980C1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8BA04E39-90A6-B6CD-20F0-090AF25F5A11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7ED0BABA-3DF3-C30C-4BF9-D64352F6EDD6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7962B371-395D-3B7E-5A23-0649E8056F9D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0F2139A-110F-264F-888C-17763E4CEB78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9CD1CAF0-D2BD-21E3-62E6-9452A3E67097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D397B0DE-CB0B-157D-0A8E-4C4210C16A91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8B6533D0-4C1F-1EE1-DEB0-7E140DB17E79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1DA943C1-83C5-C69E-488C-E114B54D6E33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15CE1D4C-F450-2EFA-4E61-4328540B59CA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59ADD646-3DF3-B489-4CF3-93BE44916D35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5E0D76E6-8ADF-AC80-F175-4489BAD1F463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D05C23B8-7808-EA81-C5AF-DF80113B81B1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CF0423CA-47DE-2C0D-675C-4E7B8D7AE159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EDD7694D-5AFB-2862-D3C8-ECC40698A4A4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EC06C6BF-7C60-91F9-7572-4E71AC509B5D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96DE322F-D158-F0C4-AC21-364DA8CF774B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17166B92-0D47-4DD9-28BB-62AF30570D39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C680566D-F3E3-3DD4-5558-9C0F39CA928D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62AD0F6A-C573-6BC0-CBD4-584CBCD506D3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B65CB087-9B3C-3FD0-A4A3-A3379A2FA0A2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ADABB1EF-09A8-1D17-C464-93630E8949BA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069B9F01-559B-8962-DE02-E1824752319F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9B187869-7D2C-7A1D-F125-3EAEC70B72B1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D498F302-7790-85EE-A052-2CD7FC14B4ED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834741C1-F5F4-DD85-3AC4-0CE79A2C7706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94CA2C8A-697A-3466-E5F4-409A1D081E8B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8DE77E75-8DEF-1CFD-E30A-1D987A230B89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853023F2-9657-91B2-7693-931B5518D541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D8315A29-1498-D846-46C5-F9C5C63D97F7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B71F7D9B-49DE-7004-FB5B-B1D0407EC8AF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14B9E1B2-5F38-2C2D-E50D-904A6FE12A2F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12D2CEC7-89F7-6C45-AEEB-1969D92E3D1A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FED8CABE-E8C6-38FF-D592-B0800728C1ED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0FB3DBE2-83FE-87D3-860E-5533F40B47FF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21C7155B-0962-54BB-F686-F176E0D7DFB9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80AEAB3C-927A-DB69-B638-9F5FAABA0038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712A39D8-E9D4-4A5E-57A9-18A78B478464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3322E7D5-58C8-6018-B10D-05BE53441CE2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DAC8235F-D922-7F1C-2D85-6E15DD4F7FF8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41241BC1-5546-E33A-66C7-12F4376FE65C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D07F869D-B8EB-1AC4-5BB3-039CB046D948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BDB9D34D-029F-6951-8FF8-39EFA77749BB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75188CB7-DE39-2DD4-F295-0A5C1F9D38B7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E83BCCF2-4AAA-6BE3-32F8-9F187EB8E659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DC5D3255-C30B-01BC-1DEB-DBC207F1F8A7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C851E78B-70B2-B277-A20E-9024327DB236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2511668D-317E-DD39-CABD-97DFE781A09A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399C866E-C93A-1F4F-9241-B6B40256775B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FDE1461A-68E2-B3F9-D5BF-DB0F27759A9D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A82B5921-91D5-FA27-755E-9C17972D0326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395A7CC4-25B9-5025-8E2F-343D8E8AB608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E8AF3D0D-96F5-EBCE-312C-C5146B32FD75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48492780-8156-052A-89DF-A39AE0D04E8E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01454BD9-A410-B355-A434-5F3BC660B2CF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D7386B24-C1D1-A655-BA83-85E4077483A2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F8722D52-9D3F-0F23-8D95-B6650AD30E1C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64938748-3183-A444-4B07-962D2BA25CDF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047783D4-F603-FEC2-023D-3BA62822F107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0C97EAA2-5680-DA8B-329E-EDAFE419D39A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1EFAD482-026F-02C6-B6CD-7F150EAC61E8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ED9CBFAB-C3E7-850C-9506-31FF80A1C78B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DBD8300C-CBB5-E3D2-5F09-C2B34A2838F0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C7A4121D-D435-D88F-00FC-72C398F4D176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9B0B93F9-E3FE-E24A-9EA3-9854746D0BDA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33F1CD11-3C58-12C9-FEC1-58C5E4B709FF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10986DF6-B5A3-4815-3C81-0DB3953C4C3B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76255E2F-651E-8493-A8EE-31B3954912D0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11AB097B-50A8-AEA8-F85E-D6CE48227D10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67E26ACB-E4A7-F499-7176-66722FECC018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B08B085B-0274-88BD-776F-1576FB176683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12C99D54-F643-862B-D345-64878AAA3404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5A9FA45B-3DED-440F-C8C9-B8EB2A43F89A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9CD6C60F-0B46-9796-1821-114EB5D94404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FDA95B24-AD22-FF14-75F8-A09E108A9929}"/>
              </a:ext>
            </a:extLst>
          </p:cNvPr>
          <p:cNvGrpSpPr/>
          <p:nvPr/>
        </p:nvGrpSpPr>
        <p:grpSpPr>
          <a:xfrm>
            <a:off x="2545724" y="4710309"/>
            <a:ext cx="2893052" cy="2884362"/>
            <a:chOff x="1387203" y="2001633"/>
            <a:chExt cx="3726884" cy="3792015"/>
          </a:xfrm>
        </p:grpSpPr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41B95507-C3F6-3696-ABD7-844AE1CA3216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57691B99-40FD-13C8-523A-CFD672B21BF4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2CCDB1A0-CDE8-8C85-1731-BAC263AEDF85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7F89F516-7477-0B71-B63A-F574D9856CF2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DABF8A93-0483-0FD1-B386-E5E431ADA175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8169745D-0627-01CB-0CAB-0E4830FA7B17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A8202E8A-2F29-095C-8F15-870E620629F9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D9381D06-ED8D-DFBA-8AA0-CA9A8CEAF9A6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AF4FF722-BA24-5630-CDFC-E216B82FEA6A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97FF107E-8175-935B-120E-876B981BE546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B3D99E9B-8511-9391-A194-2ACDCFAC9965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5957A4BC-B865-F6C2-D0A7-0E820752CAFF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BB9EB220-D4BC-27CF-E1E7-31E03BFBDF81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39F10E8A-9489-3633-A86C-10E9EAAE9C8A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F96E3AFF-44F6-63FC-4F3D-A2D2275F986F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85328278-BB60-C087-9A7D-4914ADAC619A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F520D95E-1C81-55BD-1463-AA9B1A3C1B8D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C8B382B3-8BE1-D65E-9D0E-F25CB76F6EBF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7498FA17-FFAB-6306-95CE-E7FC574A921B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967B01D8-4B60-4018-AC03-44AE1DD2BDD8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9DB726F2-515A-A2BD-893A-B8A178D1490C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19315532-19F3-769B-B333-3F9A3CEFD4F3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95CFD45E-B098-6BDF-AF38-A8653D351663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56906EE8-E191-BFC2-F67C-9B8BBE94E6A0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4608103F-BB09-329D-565D-907BE3DF7616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1AFB0473-586D-FDC9-285F-49869447F080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2DE45807-48E5-AF4A-63BA-79975180384F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2F5BD194-5748-DDB0-B393-A5B869EA3A08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8F487DBC-1F1C-D16B-AC75-182BE12BFE28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9FAF70F8-58FB-4C2C-99A5-7D9776133CFE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3E6C0F19-B620-7D6A-8B2E-69B33A2A8EF6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3D8812A9-5093-3355-B5EC-2D51DD01BD5D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647A3918-962A-FFA4-7AB1-3BF0008C148C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A6E91D61-DCFC-BF92-F8D5-3E2860DB6F09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9DF22086-12E7-8BA3-06C6-B68C2740A72E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11A4459A-B417-9D33-ACCE-53E1C2D05A78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正方形/長方形 162">
              <a:extLst>
                <a:ext uri="{FF2B5EF4-FFF2-40B4-BE49-F238E27FC236}">
                  <a16:creationId xmlns:a16="http://schemas.microsoft.com/office/drawing/2014/main" id="{D712E6CD-93A1-E600-B850-AB1C779851A7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9A85BCB2-BC18-9196-B279-5D72EFDC396B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67880B61-09A8-38D3-8AEA-8DFAB2016413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4A3368E9-367D-34C1-E59D-9204B683C800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E038B424-E5F1-9561-7DA7-4B19036268DF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7D7CCDE9-9022-8B2C-4669-4F7784C4AFC9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1BBBEB4C-2CA4-004F-5FF1-790E197C5EDF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22B49C80-43D0-D6EC-311E-A87AB4555FC5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51B42C8C-8D34-A11C-2568-154038B30F1C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92972C6F-C774-7981-FA1B-26E7713A16A7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55ADC04B-1CB5-9908-F4D0-1FB788A67532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A8C7C697-1F12-8F6E-AE66-238108CFC0E8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8828449D-E1F4-99CE-57A1-2BC24453B63C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A4547A21-7A33-BAE0-D5F7-4315764D335C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E6B0813B-A209-A457-DE82-F14FB75D5EB4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FB6D923C-4D2F-05B5-E371-7D87FE2DC4B5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EA5FF47F-7E2A-8BE2-843B-B94B5EAD409C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BEE0021F-832B-3F11-B5EB-E5CD4D3C1E72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17119877-111D-1470-A8D0-81E02F0317DD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31CF9C3D-024F-64BC-5B13-49C9F695AEE8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04591ADD-3B6C-C933-7751-37F1D0F998C9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40553599-5E79-2422-78D7-9E47169FFE30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227FFF57-13FB-90E9-625A-B7EB18BA7397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2A45F7CD-BA0C-AEEB-1035-1B12D6123602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A5A18DA8-F804-099F-099A-25E1C6C18F51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6908A055-D69B-C85D-3CA2-CE27DBAC5B8B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DC223C31-F7D2-3B65-9D54-EE1006D349E3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47B417BB-79D6-83CE-1827-FF2EABDA8698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375E76D9-36A7-9244-1758-1DBFB7ABC0F0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B13F8356-2EF2-698D-F6AC-4F4043DF6D9C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37CC65FD-C361-612A-90F7-6FE87BC30FF7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C783652F-9ED6-CE52-334B-D24F4BBF49A3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86485961-0648-39CE-2745-27C2C15D94B3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0C8D4985-2ECC-9D54-6E4C-8C927605A90D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E373B566-C9CD-FD0F-DF47-284A2F31E849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8411C9D6-F6CC-8F02-9C31-4F38C44D42AB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9B480BA7-4B05-02E1-2BA8-D75A744C70E1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0" name="正方形/長方形 199">
              <a:extLst>
                <a:ext uri="{FF2B5EF4-FFF2-40B4-BE49-F238E27FC236}">
                  <a16:creationId xmlns:a16="http://schemas.microsoft.com/office/drawing/2014/main" id="{872895B8-3C78-2A26-BE91-9DC5B931C908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4086B385-98A9-42B4-3428-4A69E3062455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8F81B801-6049-499B-D2DF-D99E59EAA979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83930233-8281-E494-2020-031DD8A8F2EF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0FB62F05-706F-1A71-E1EF-01A2D948B57D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BBF6FC72-A077-DAC1-A935-70B9EA70406B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E0E4922B-E26E-578F-02B6-7C58F66E841E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E99B3B46-C000-B6BA-F301-E0785AD16BE0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2AB017D4-8AB1-B73D-6F3F-282D95E73BC9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E9CC6273-E9B9-0A78-BDD4-F960008C2557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1C8D1FC5-67E5-42E5-80B5-5726A66759F9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2CE203CE-2B90-C770-DE09-5A3880FE8A61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1CD5E166-002D-CBFA-3F5D-D17BCEFB11AD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71B3596C-03C9-EBA9-CB9A-DBA53C812FD5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E61AC291-B14A-EA64-45C6-39287EF51A94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454D430C-E169-3DF7-3BC1-4CDF58001E1C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860717AC-37BE-3281-A64F-C4D732EE96AB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8730D6FB-7F8F-7CAD-BB14-6D179953958F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1BEFACA5-1955-4241-4242-1C70DAAC2099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9" name="正方形/長方形 218">
              <a:extLst>
                <a:ext uri="{FF2B5EF4-FFF2-40B4-BE49-F238E27FC236}">
                  <a16:creationId xmlns:a16="http://schemas.microsoft.com/office/drawing/2014/main" id="{F1EB7161-97F5-2363-8496-B266FA05BBED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0" name="正方形/長方形 219">
              <a:extLst>
                <a:ext uri="{FF2B5EF4-FFF2-40B4-BE49-F238E27FC236}">
                  <a16:creationId xmlns:a16="http://schemas.microsoft.com/office/drawing/2014/main" id="{AE065852-9E26-9F23-0ADF-F0A5D474D936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1" name="正方形/長方形 220">
              <a:extLst>
                <a:ext uri="{FF2B5EF4-FFF2-40B4-BE49-F238E27FC236}">
                  <a16:creationId xmlns:a16="http://schemas.microsoft.com/office/drawing/2014/main" id="{665E75A0-E0BC-A83A-5AE2-66CF5A5814C6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36B23053-22E9-C445-E72B-45FE98B4FA50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71BF48F2-24C0-44A3-C947-E083FEAFB70C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6773A090-443E-3F85-66B5-55DF060B2503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FAEC0742-1115-DAF0-76F2-9C80637F1D9D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A713AB5F-2719-687D-37D3-318F68864730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B13BE612-2188-7BA1-6E31-577839C0844C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939F2553-31B7-08DE-65D6-1C9DD3A34357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687EF251-817D-44CD-C1A9-72502CB6E707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0" name="グループ化 229">
            <a:extLst>
              <a:ext uri="{FF2B5EF4-FFF2-40B4-BE49-F238E27FC236}">
                <a16:creationId xmlns:a16="http://schemas.microsoft.com/office/drawing/2014/main" id="{24E95259-1FED-9F92-CACA-60F139B2F5C7}"/>
              </a:ext>
            </a:extLst>
          </p:cNvPr>
          <p:cNvGrpSpPr/>
          <p:nvPr/>
        </p:nvGrpSpPr>
        <p:grpSpPr>
          <a:xfrm>
            <a:off x="5446088" y="4710308"/>
            <a:ext cx="2893052" cy="2884362"/>
            <a:chOff x="1387203" y="2001633"/>
            <a:chExt cx="3726884" cy="3792015"/>
          </a:xfrm>
        </p:grpSpPr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2A50EA29-6ACB-6755-E8BF-B2F1D1B5DB2D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2" name="正方形/長方形 231">
              <a:extLst>
                <a:ext uri="{FF2B5EF4-FFF2-40B4-BE49-F238E27FC236}">
                  <a16:creationId xmlns:a16="http://schemas.microsoft.com/office/drawing/2014/main" id="{CD159077-D06D-F0E4-9A72-B08B872D4765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3" name="正方形/長方形 232">
              <a:extLst>
                <a:ext uri="{FF2B5EF4-FFF2-40B4-BE49-F238E27FC236}">
                  <a16:creationId xmlns:a16="http://schemas.microsoft.com/office/drawing/2014/main" id="{FB49D7EA-327A-97D8-5349-8B2DC950787D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7B3CD363-0758-4D92-C967-037BF06342BF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5BE8B650-1307-172A-DE6E-A0470F206D98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A1E9647B-5A54-B0B6-5834-C649D6CD2039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2D6B4B3C-4C67-FD38-1392-9193E26DC6A6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FE0B8393-7C39-B769-A64D-DD4709B8D1B9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9" name="正方形/長方形 238">
              <a:extLst>
                <a:ext uri="{FF2B5EF4-FFF2-40B4-BE49-F238E27FC236}">
                  <a16:creationId xmlns:a16="http://schemas.microsoft.com/office/drawing/2014/main" id="{44FB8C2A-8BE8-FF28-B75B-03CD91856223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4A807267-4EAE-B063-EE57-8DF8F16402D9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388DC102-E9DD-2468-5086-9546531CAC7D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375A1E7C-87C6-DE3F-8704-CE2B94710DDD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105C986F-193D-35A6-8473-8D6CE553F358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4" name="正方形/長方形 243">
              <a:extLst>
                <a:ext uri="{FF2B5EF4-FFF2-40B4-BE49-F238E27FC236}">
                  <a16:creationId xmlns:a16="http://schemas.microsoft.com/office/drawing/2014/main" id="{CA7A6800-6C96-D5BC-C303-D729682A782F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30B001B7-960B-52A1-2079-38E95EA1319C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A97E437D-436C-642C-E4DA-C91416EF86FD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1E010393-E0BC-73A0-D0BA-1CAE9982BA70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0298688A-00A2-4B23-F4CF-C510F641987A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4C15BE77-D92D-50CF-7522-235D02952FA4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96F7DE8B-26A9-015F-AB67-DB11AE778D25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8304658B-02A0-9638-A69D-09EFC9EC3292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E26F99BC-312D-4819-35B3-588DAF064551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4DAF7B4C-9F6C-01A8-1B4A-9A520133C29F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16E38283-52F6-4CF8-A4F4-EAEA5C094C75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32CA7D3E-B8A5-0326-58B1-565A1790F569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10D26630-635F-611D-6DD3-62BA1A171934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C3532FF8-BA25-C43F-5FB2-DE3028FDE8D1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B0675526-CD25-0CBE-F181-85C3854A799F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60E35EE2-DFDD-EFF5-E163-A40893524118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26429541-406E-A65A-0184-DD95E7504057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A7D5BD1C-A60B-F4DF-3503-D11F39A9A72D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2" name="正方形/長方形 261">
              <a:extLst>
                <a:ext uri="{FF2B5EF4-FFF2-40B4-BE49-F238E27FC236}">
                  <a16:creationId xmlns:a16="http://schemas.microsoft.com/office/drawing/2014/main" id="{1081E920-C1AB-8389-EA12-58E16A449E43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C0CCB90F-8BDB-5894-4EBA-4B7958974550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4" name="正方形/長方形 263">
              <a:extLst>
                <a:ext uri="{FF2B5EF4-FFF2-40B4-BE49-F238E27FC236}">
                  <a16:creationId xmlns:a16="http://schemas.microsoft.com/office/drawing/2014/main" id="{11A22233-5CE9-0026-2377-ABAA999C6113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5" name="正方形/長方形 264">
              <a:extLst>
                <a:ext uri="{FF2B5EF4-FFF2-40B4-BE49-F238E27FC236}">
                  <a16:creationId xmlns:a16="http://schemas.microsoft.com/office/drawing/2014/main" id="{9B624EB9-1453-2AB7-E82A-4228C2C677AD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6C41016C-9611-A2A2-B710-BF602111BDB9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66702086-606F-173D-CA28-BAAE9270EF38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8" name="正方形/長方形 267">
              <a:extLst>
                <a:ext uri="{FF2B5EF4-FFF2-40B4-BE49-F238E27FC236}">
                  <a16:creationId xmlns:a16="http://schemas.microsoft.com/office/drawing/2014/main" id="{187F0E8D-48EE-779D-AA3C-883BBFAFCB63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9" name="正方形/長方形 268">
              <a:extLst>
                <a:ext uri="{FF2B5EF4-FFF2-40B4-BE49-F238E27FC236}">
                  <a16:creationId xmlns:a16="http://schemas.microsoft.com/office/drawing/2014/main" id="{FF5364B7-F26C-EDD8-8DBD-0777A854CC6E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0" name="正方形/長方形 269">
              <a:extLst>
                <a:ext uri="{FF2B5EF4-FFF2-40B4-BE49-F238E27FC236}">
                  <a16:creationId xmlns:a16="http://schemas.microsoft.com/office/drawing/2014/main" id="{3CFA7871-C366-DF6B-8ED1-85BF9E768FDB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5324781F-15B8-33C0-B680-ECE1D4441B97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3D65182E-CB70-D67A-23BC-56F1E0D7BB62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4E78FA64-581F-AF7C-BD8A-53B6EFA29001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6EE855FF-8501-4AF1-F14A-C8FD2985C3A9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7733DBE3-430F-C678-6817-FC0F8486D6BA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87724A92-C56B-73D8-9A4F-DDF87B742FAF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0B87610E-DF62-58CB-5B9E-F4A03E8BCF84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4AB69BC2-96DD-AAD7-AE59-A036DBDDA67A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5516A82E-4A55-0DCA-0DA6-CC7B4E6D274A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6B11F624-F495-2BE4-538B-6AE89DEA20E9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460DD057-4053-137F-8209-E63EBCE49CB1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9C8B0F58-388C-9EFD-62F5-1283EF2272A3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BBF11B41-BE1A-C2D1-A486-C86689F18018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BFE13558-5C4B-CEF5-1D88-01DAABDB0799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0D22A5F4-E0A8-B1E5-0C98-AB693EC68F8B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D8FCDCC8-8184-90CA-12A5-A0A4044A3646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A934CF80-0601-A8A8-6013-B8F09FFDB22D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24A618C2-2B25-5665-BC87-842939EE2542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C69F67D5-CB90-9CDA-2449-E6F722FF7F51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C27BB873-8642-DB86-1B84-1853C5435716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E045C9A2-49C9-1C18-8FCB-93604FBD4945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27C60F6F-3CA0-3273-16B8-4F791F8F76A9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33E4008F-E3EA-0414-1368-B42452C04888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9C9EF717-EFE9-C0B9-22FD-4511A4FFD7CE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521196D6-DFDE-B558-0A7C-7D7F9D314A77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0937FE9F-D15A-B248-3F12-1985B340F0E8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1D4118B2-8728-FAA9-0C1D-0896326EAE79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8" name="正方形/長方形 297">
              <a:extLst>
                <a:ext uri="{FF2B5EF4-FFF2-40B4-BE49-F238E27FC236}">
                  <a16:creationId xmlns:a16="http://schemas.microsoft.com/office/drawing/2014/main" id="{1ED207D7-D33E-3E2C-E98E-163BA09A85A0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9" name="正方形/長方形 298">
              <a:extLst>
                <a:ext uri="{FF2B5EF4-FFF2-40B4-BE49-F238E27FC236}">
                  <a16:creationId xmlns:a16="http://schemas.microsoft.com/office/drawing/2014/main" id="{F2143A47-AF2F-BBD4-D19F-93B593CDB067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0" name="正方形/長方形 299">
              <a:extLst>
                <a:ext uri="{FF2B5EF4-FFF2-40B4-BE49-F238E27FC236}">
                  <a16:creationId xmlns:a16="http://schemas.microsoft.com/office/drawing/2014/main" id="{BA852129-BA8A-DB88-F3A1-BEF078E94B0D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1" name="正方形/長方形 300">
              <a:extLst>
                <a:ext uri="{FF2B5EF4-FFF2-40B4-BE49-F238E27FC236}">
                  <a16:creationId xmlns:a16="http://schemas.microsoft.com/office/drawing/2014/main" id="{D4D59CC3-7C72-6B6B-6F06-2D950256416C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2" name="正方形/長方形 301">
              <a:extLst>
                <a:ext uri="{FF2B5EF4-FFF2-40B4-BE49-F238E27FC236}">
                  <a16:creationId xmlns:a16="http://schemas.microsoft.com/office/drawing/2014/main" id="{D3C33605-AEFB-D19C-D2FF-769BA1B6FC20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3" name="正方形/長方形 302">
              <a:extLst>
                <a:ext uri="{FF2B5EF4-FFF2-40B4-BE49-F238E27FC236}">
                  <a16:creationId xmlns:a16="http://schemas.microsoft.com/office/drawing/2014/main" id="{13717CAE-5994-013A-9788-D4F0F70A2216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4" name="正方形/長方形 303">
              <a:extLst>
                <a:ext uri="{FF2B5EF4-FFF2-40B4-BE49-F238E27FC236}">
                  <a16:creationId xmlns:a16="http://schemas.microsoft.com/office/drawing/2014/main" id="{3694871F-48B6-93C8-C92C-7C5428625BCE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5" name="正方形/長方形 304">
              <a:extLst>
                <a:ext uri="{FF2B5EF4-FFF2-40B4-BE49-F238E27FC236}">
                  <a16:creationId xmlns:a16="http://schemas.microsoft.com/office/drawing/2014/main" id="{CE41ADB5-8CAD-64A9-C1E3-9AC7F19700B5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6" name="正方形/長方形 305">
              <a:extLst>
                <a:ext uri="{FF2B5EF4-FFF2-40B4-BE49-F238E27FC236}">
                  <a16:creationId xmlns:a16="http://schemas.microsoft.com/office/drawing/2014/main" id="{655DC095-74E3-284C-BDF4-A5D9075DD88B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7" name="正方形/長方形 306">
              <a:extLst>
                <a:ext uri="{FF2B5EF4-FFF2-40B4-BE49-F238E27FC236}">
                  <a16:creationId xmlns:a16="http://schemas.microsoft.com/office/drawing/2014/main" id="{1858AAD2-5F99-25BD-E9CC-04680EC0BCBC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4BB6374D-E7C6-6DF3-F55E-A1F5D94D2B83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5E13B26E-8CC0-7AAE-EC5C-A38289CB6B4D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BA909184-2BA8-C856-4A9C-72C8246E0DD5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CDDA2ED1-40D5-F031-C106-05F43F22BA5D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9384ECB6-1137-75A8-54DD-8327C7DBE788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14350801-F971-6275-52B9-09E7F2471996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DEA790FF-5C04-5E87-AECB-92E9F7947973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3A97F5D9-8E72-81D7-46DA-CF9506ABEAD4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094B33D5-227F-7E92-B61C-9656C195FCDD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B02CC3C0-1C46-5CE0-0FE6-264EA5721843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A0B0BE51-A125-D0DC-8FF6-B8D59303D88F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56D4C88F-6509-4E66-1353-39E1C454AC1D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14948A1A-5EC9-67E1-2C37-62E08DD5B2D8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2BE6152F-94A3-F27B-E73F-AED3447BBB9D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7F6D7889-EE68-8D58-49D4-0ED34ACFFA91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86D45D71-F848-B91B-9CA6-E4A40139015D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FB8EA5A2-E044-7766-C335-66FD27542029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465D87A8-B584-96D0-EFA8-96B6FB9C57D5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22AB8BA3-F7CD-714C-080C-0BC023AA2361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DCC5DB10-C6DF-35C8-6EA7-169863B710A5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1F8061DA-FF67-3D22-8F27-EF50031FE5F2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7ED89117-2B11-537B-C2C1-474C469C02C3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3F87719C-3116-7EA4-3D75-4C466B914B8B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32E4CCDD-2E4E-7CA1-3260-03B2378FF8DD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2" name="正方形/長方形 331">
              <a:extLst>
                <a:ext uri="{FF2B5EF4-FFF2-40B4-BE49-F238E27FC236}">
                  <a16:creationId xmlns:a16="http://schemas.microsoft.com/office/drawing/2014/main" id="{A12EA838-1802-F32B-83D4-B4D1A408D44D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B42B109F-5001-0E35-942A-254228AC9B77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34" name="グループ化 333">
            <a:extLst>
              <a:ext uri="{FF2B5EF4-FFF2-40B4-BE49-F238E27FC236}">
                <a16:creationId xmlns:a16="http://schemas.microsoft.com/office/drawing/2014/main" id="{CD95CAC0-860C-5E30-597D-F9A81D7383FC}"/>
              </a:ext>
            </a:extLst>
          </p:cNvPr>
          <p:cNvGrpSpPr/>
          <p:nvPr/>
        </p:nvGrpSpPr>
        <p:grpSpPr>
          <a:xfrm>
            <a:off x="8341688" y="4705546"/>
            <a:ext cx="2893052" cy="2884362"/>
            <a:chOff x="1387203" y="2001633"/>
            <a:chExt cx="3726884" cy="3792015"/>
          </a:xfrm>
        </p:grpSpPr>
        <p:sp>
          <p:nvSpPr>
            <p:cNvPr id="335" name="正方形/長方形 334">
              <a:extLst>
                <a:ext uri="{FF2B5EF4-FFF2-40B4-BE49-F238E27FC236}">
                  <a16:creationId xmlns:a16="http://schemas.microsoft.com/office/drawing/2014/main" id="{002E1FF4-803D-29CE-8C11-08ABB3F9E03C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6" name="正方形/長方形 335">
              <a:extLst>
                <a:ext uri="{FF2B5EF4-FFF2-40B4-BE49-F238E27FC236}">
                  <a16:creationId xmlns:a16="http://schemas.microsoft.com/office/drawing/2014/main" id="{AC2944F5-9519-8D8F-B69B-442AFEC64E97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7" name="正方形/長方形 336">
              <a:extLst>
                <a:ext uri="{FF2B5EF4-FFF2-40B4-BE49-F238E27FC236}">
                  <a16:creationId xmlns:a16="http://schemas.microsoft.com/office/drawing/2014/main" id="{41FD3895-B120-E2F5-A94F-BCEE009312FA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8" name="正方形/長方形 337">
              <a:extLst>
                <a:ext uri="{FF2B5EF4-FFF2-40B4-BE49-F238E27FC236}">
                  <a16:creationId xmlns:a16="http://schemas.microsoft.com/office/drawing/2014/main" id="{B9D46DE4-06C7-1584-4273-46F25341BFD6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9" name="正方形/長方形 338">
              <a:extLst>
                <a:ext uri="{FF2B5EF4-FFF2-40B4-BE49-F238E27FC236}">
                  <a16:creationId xmlns:a16="http://schemas.microsoft.com/office/drawing/2014/main" id="{74044A41-21C2-D576-8893-A49F78B2C86E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0" name="正方形/長方形 339">
              <a:extLst>
                <a:ext uri="{FF2B5EF4-FFF2-40B4-BE49-F238E27FC236}">
                  <a16:creationId xmlns:a16="http://schemas.microsoft.com/office/drawing/2014/main" id="{1A169FEB-930A-CCD0-1210-91C5D03507BE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5BAF64C8-CA4E-574B-FA0E-86D756DD7E7D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2" name="正方形/長方形 341">
              <a:extLst>
                <a:ext uri="{FF2B5EF4-FFF2-40B4-BE49-F238E27FC236}">
                  <a16:creationId xmlns:a16="http://schemas.microsoft.com/office/drawing/2014/main" id="{C5C29B1E-1BCD-0CC5-48DA-4FDD2E45EE68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3" name="正方形/長方形 342">
              <a:extLst>
                <a:ext uri="{FF2B5EF4-FFF2-40B4-BE49-F238E27FC236}">
                  <a16:creationId xmlns:a16="http://schemas.microsoft.com/office/drawing/2014/main" id="{C3E06100-A9B8-7A00-15A7-A35B1D49E159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4" name="正方形/長方形 343">
              <a:extLst>
                <a:ext uri="{FF2B5EF4-FFF2-40B4-BE49-F238E27FC236}">
                  <a16:creationId xmlns:a16="http://schemas.microsoft.com/office/drawing/2014/main" id="{A624AD59-1617-FA30-FFCE-CB68F8C95557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DE4066A1-EE5F-95D5-4FB6-F4D3BDA4E7E7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E5B5286E-FADD-0BC6-0BA0-2B7E8E521E7B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D49B30EF-5D90-7A87-AD01-F18D4C118752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AA2D728D-AEE2-BAF3-13A5-AFCC71FA051E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577DEF60-5FB4-E538-9760-C1A6BF5B1715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5BFD9594-3375-D1C1-27C1-603CD2351CAE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0A596FC9-4FD3-9B8D-AE9B-7D54940C8CCA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8E719397-D3C7-AFAE-7583-DDBF7DE6F45B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3EB6F064-A7A3-6295-791C-5A6F400DA603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082C968F-1285-04C8-0FBE-5C262FBA6313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EC7AA6EE-7B5D-1756-7248-8F4E810B8907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9004BA26-2DD7-BF26-01C5-C7DBC94D7526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447EAE71-9E35-47A5-F7D2-A44ADD81DA16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8" name="正方形/長方形 357">
              <a:extLst>
                <a:ext uri="{FF2B5EF4-FFF2-40B4-BE49-F238E27FC236}">
                  <a16:creationId xmlns:a16="http://schemas.microsoft.com/office/drawing/2014/main" id="{7EE14D47-9429-C318-A7FA-D8806641473E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9" name="正方形/長方形 358">
              <a:extLst>
                <a:ext uri="{FF2B5EF4-FFF2-40B4-BE49-F238E27FC236}">
                  <a16:creationId xmlns:a16="http://schemas.microsoft.com/office/drawing/2014/main" id="{1F0674DD-5ADD-A32B-E6C7-56D406A74AF8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0" name="正方形/長方形 359">
              <a:extLst>
                <a:ext uri="{FF2B5EF4-FFF2-40B4-BE49-F238E27FC236}">
                  <a16:creationId xmlns:a16="http://schemas.microsoft.com/office/drawing/2014/main" id="{F25BCE18-012E-3DA4-2668-8D9D8259E0E3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1" name="正方形/長方形 360">
              <a:extLst>
                <a:ext uri="{FF2B5EF4-FFF2-40B4-BE49-F238E27FC236}">
                  <a16:creationId xmlns:a16="http://schemas.microsoft.com/office/drawing/2014/main" id="{E9C824B6-7B21-10BC-9D79-C8C7737791AB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2" name="正方形/長方形 361">
              <a:extLst>
                <a:ext uri="{FF2B5EF4-FFF2-40B4-BE49-F238E27FC236}">
                  <a16:creationId xmlns:a16="http://schemas.microsoft.com/office/drawing/2014/main" id="{FEEF1C28-028D-D4ED-2707-357AC2107CC3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3" name="正方形/長方形 362">
              <a:extLst>
                <a:ext uri="{FF2B5EF4-FFF2-40B4-BE49-F238E27FC236}">
                  <a16:creationId xmlns:a16="http://schemas.microsoft.com/office/drawing/2014/main" id="{4554AE3F-2D64-7CD3-06F5-E87221F2DC09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4" name="正方形/長方形 363">
              <a:extLst>
                <a:ext uri="{FF2B5EF4-FFF2-40B4-BE49-F238E27FC236}">
                  <a16:creationId xmlns:a16="http://schemas.microsoft.com/office/drawing/2014/main" id="{342DDED1-C98A-E7AE-DE45-228FDE8F85D8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5" name="正方形/長方形 364">
              <a:extLst>
                <a:ext uri="{FF2B5EF4-FFF2-40B4-BE49-F238E27FC236}">
                  <a16:creationId xmlns:a16="http://schemas.microsoft.com/office/drawing/2014/main" id="{6DD4DB82-DFDE-80FC-B264-26E9634A185B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6" name="正方形/長方形 365">
              <a:extLst>
                <a:ext uri="{FF2B5EF4-FFF2-40B4-BE49-F238E27FC236}">
                  <a16:creationId xmlns:a16="http://schemas.microsoft.com/office/drawing/2014/main" id="{D0D23423-4423-291D-2771-C3E2D5E9481E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7" name="正方形/長方形 366">
              <a:extLst>
                <a:ext uri="{FF2B5EF4-FFF2-40B4-BE49-F238E27FC236}">
                  <a16:creationId xmlns:a16="http://schemas.microsoft.com/office/drawing/2014/main" id="{A3282D28-1BAE-89DF-80BE-8D1E4199BCF3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8" name="正方形/長方形 367">
              <a:extLst>
                <a:ext uri="{FF2B5EF4-FFF2-40B4-BE49-F238E27FC236}">
                  <a16:creationId xmlns:a16="http://schemas.microsoft.com/office/drawing/2014/main" id="{3556F760-EEBF-02FF-0964-329A79820DB0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9" name="正方形/長方形 368">
              <a:extLst>
                <a:ext uri="{FF2B5EF4-FFF2-40B4-BE49-F238E27FC236}">
                  <a16:creationId xmlns:a16="http://schemas.microsoft.com/office/drawing/2014/main" id="{50791676-8014-DBEC-C1F3-A761CB592ED5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0" name="正方形/長方形 369">
              <a:extLst>
                <a:ext uri="{FF2B5EF4-FFF2-40B4-BE49-F238E27FC236}">
                  <a16:creationId xmlns:a16="http://schemas.microsoft.com/office/drawing/2014/main" id="{E226DE7D-C36E-6EC9-E1D3-A16989B21516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1" name="正方形/長方形 370">
              <a:extLst>
                <a:ext uri="{FF2B5EF4-FFF2-40B4-BE49-F238E27FC236}">
                  <a16:creationId xmlns:a16="http://schemas.microsoft.com/office/drawing/2014/main" id="{0AE55C8E-FB89-7295-407F-A389F8D30720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2" name="正方形/長方形 371">
              <a:extLst>
                <a:ext uri="{FF2B5EF4-FFF2-40B4-BE49-F238E27FC236}">
                  <a16:creationId xmlns:a16="http://schemas.microsoft.com/office/drawing/2014/main" id="{5A929BD5-A9DC-88C8-E86D-E197B3E48CAE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3" name="正方形/長方形 372">
              <a:extLst>
                <a:ext uri="{FF2B5EF4-FFF2-40B4-BE49-F238E27FC236}">
                  <a16:creationId xmlns:a16="http://schemas.microsoft.com/office/drawing/2014/main" id="{E6F68865-6F1C-A212-BA5D-174D995C2C38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4" name="正方形/長方形 373">
              <a:extLst>
                <a:ext uri="{FF2B5EF4-FFF2-40B4-BE49-F238E27FC236}">
                  <a16:creationId xmlns:a16="http://schemas.microsoft.com/office/drawing/2014/main" id="{4C346ABD-D01F-7DA6-332C-B07BBE2D4C66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5" name="正方形/長方形 374">
              <a:extLst>
                <a:ext uri="{FF2B5EF4-FFF2-40B4-BE49-F238E27FC236}">
                  <a16:creationId xmlns:a16="http://schemas.microsoft.com/office/drawing/2014/main" id="{6CDA9015-8F61-99D3-5127-5F59E5DADFBD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6" name="正方形/長方形 375">
              <a:extLst>
                <a:ext uri="{FF2B5EF4-FFF2-40B4-BE49-F238E27FC236}">
                  <a16:creationId xmlns:a16="http://schemas.microsoft.com/office/drawing/2014/main" id="{61B65016-F2B9-DA19-C473-7B9A6FA2CF6A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7" name="正方形/長方形 376">
              <a:extLst>
                <a:ext uri="{FF2B5EF4-FFF2-40B4-BE49-F238E27FC236}">
                  <a16:creationId xmlns:a16="http://schemas.microsoft.com/office/drawing/2014/main" id="{8EB8B093-FC68-0EF8-EA57-0F02FD63644C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8" name="正方形/長方形 377">
              <a:extLst>
                <a:ext uri="{FF2B5EF4-FFF2-40B4-BE49-F238E27FC236}">
                  <a16:creationId xmlns:a16="http://schemas.microsoft.com/office/drawing/2014/main" id="{9FBBD1B0-6D53-2A83-80E1-A8F5067F152A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9" name="正方形/長方形 378">
              <a:extLst>
                <a:ext uri="{FF2B5EF4-FFF2-40B4-BE49-F238E27FC236}">
                  <a16:creationId xmlns:a16="http://schemas.microsoft.com/office/drawing/2014/main" id="{B2FCC445-E55F-74B1-3EE9-1675D5D3A390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0" name="正方形/長方形 379">
              <a:extLst>
                <a:ext uri="{FF2B5EF4-FFF2-40B4-BE49-F238E27FC236}">
                  <a16:creationId xmlns:a16="http://schemas.microsoft.com/office/drawing/2014/main" id="{34A6AEF8-A215-1F7E-E39D-E86E978D439A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1" name="正方形/長方形 380">
              <a:extLst>
                <a:ext uri="{FF2B5EF4-FFF2-40B4-BE49-F238E27FC236}">
                  <a16:creationId xmlns:a16="http://schemas.microsoft.com/office/drawing/2014/main" id="{84786C79-3CC0-CEAA-9022-727E0915B136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2" name="正方形/長方形 381">
              <a:extLst>
                <a:ext uri="{FF2B5EF4-FFF2-40B4-BE49-F238E27FC236}">
                  <a16:creationId xmlns:a16="http://schemas.microsoft.com/office/drawing/2014/main" id="{60C87CFD-7062-4A16-DB8B-23E7AE509677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3" name="正方形/長方形 382">
              <a:extLst>
                <a:ext uri="{FF2B5EF4-FFF2-40B4-BE49-F238E27FC236}">
                  <a16:creationId xmlns:a16="http://schemas.microsoft.com/office/drawing/2014/main" id="{DE723450-92A5-246B-A36B-899C193C2F01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4" name="正方形/長方形 383">
              <a:extLst>
                <a:ext uri="{FF2B5EF4-FFF2-40B4-BE49-F238E27FC236}">
                  <a16:creationId xmlns:a16="http://schemas.microsoft.com/office/drawing/2014/main" id="{F183B020-F50C-F9B5-7E4B-B5B98C2E5F3D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5" name="正方形/長方形 384">
              <a:extLst>
                <a:ext uri="{FF2B5EF4-FFF2-40B4-BE49-F238E27FC236}">
                  <a16:creationId xmlns:a16="http://schemas.microsoft.com/office/drawing/2014/main" id="{45F5348C-9ED7-89DC-892B-0A42BE2F2B95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6" name="正方形/長方形 385">
              <a:extLst>
                <a:ext uri="{FF2B5EF4-FFF2-40B4-BE49-F238E27FC236}">
                  <a16:creationId xmlns:a16="http://schemas.microsoft.com/office/drawing/2014/main" id="{1F81FBA0-2D5E-24F8-5756-B6F37E792326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7" name="正方形/長方形 386">
              <a:extLst>
                <a:ext uri="{FF2B5EF4-FFF2-40B4-BE49-F238E27FC236}">
                  <a16:creationId xmlns:a16="http://schemas.microsoft.com/office/drawing/2014/main" id="{77E777E1-DD4E-AFA9-60D5-8D4ED9A7748D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8" name="正方形/長方形 387">
              <a:extLst>
                <a:ext uri="{FF2B5EF4-FFF2-40B4-BE49-F238E27FC236}">
                  <a16:creationId xmlns:a16="http://schemas.microsoft.com/office/drawing/2014/main" id="{4C2734C9-75E9-397F-A577-9FB5A066C7D5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9" name="正方形/長方形 388">
              <a:extLst>
                <a:ext uri="{FF2B5EF4-FFF2-40B4-BE49-F238E27FC236}">
                  <a16:creationId xmlns:a16="http://schemas.microsoft.com/office/drawing/2014/main" id="{5288C7E2-64FA-A71B-250F-5F568CF930EB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0" name="正方形/長方形 389">
              <a:extLst>
                <a:ext uri="{FF2B5EF4-FFF2-40B4-BE49-F238E27FC236}">
                  <a16:creationId xmlns:a16="http://schemas.microsoft.com/office/drawing/2014/main" id="{5E330BBE-602A-505A-7C3D-BBC245968AD8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1" name="正方形/長方形 390">
              <a:extLst>
                <a:ext uri="{FF2B5EF4-FFF2-40B4-BE49-F238E27FC236}">
                  <a16:creationId xmlns:a16="http://schemas.microsoft.com/office/drawing/2014/main" id="{770CBF04-C229-DE42-0CF0-D9A32B9DB2C0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2" name="正方形/長方形 391">
              <a:extLst>
                <a:ext uri="{FF2B5EF4-FFF2-40B4-BE49-F238E27FC236}">
                  <a16:creationId xmlns:a16="http://schemas.microsoft.com/office/drawing/2014/main" id="{3913953D-BF24-28F0-344A-846F559DBAB3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3" name="正方形/長方形 392">
              <a:extLst>
                <a:ext uri="{FF2B5EF4-FFF2-40B4-BE49-F238E27FC236}">
                  <a16:creationId xmlns:a16="http://schemas.microsoft.com/office/drawing/2014/main" id="{08FE1B32-4A38-6B64-E22F-E50C4DE69B29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4" name="正方形/長方形 393">
              <a:extLst>
                <a:ext uri="{FF2B5EF4-FFF2-40B4-BE49-F238E27FC236}">
                  <a16:creationId xmlns:a16="http://schemas.microsoft.com/office/drawing/2014/main" id="{253CA14F-B0A0-677E-D5BA-39221D458037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5" name="正方形/長方形 394">
              <a:extLst>
                <a:ext uri="{FF2B5EF4-FFF2-40B4-BE49-F238E27FC236}">
                  <a16:creationId xmlns:a16="http://schemas.microsoft.com/office/drawing/2014/main" id="{B3AA549B-4872-CAAF-9DB4-40C5521CAC44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6" name="正方形/長方形 395">
              <a:extLst>
                <a:ext uri="{FF2B5EF4-FFF2-40B4-BE49-F238E27FC236}">
                  <a16:creationId xmlns:a16="http://schemas.microsoft.com/office/drawing/2014/main" id="{4DF782E5-9764-37FB-9D27-9B0633E06CE6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7" name="正方形/長方形 396">
              <a:extLst>
                <a:ext uri="{FF2B5EF4-FFF2-40B4-BE49-F238E27FC236}">
                  <a16:creationId xmlns:a16="http://schemas.microsoft.com/office/drawing/2014/main" id="{71843807-6AB6-8549-311E-4E4207DED265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8" name="正方形/長方形 397">
              <a:extLst>
                <a:ext uri="{FF2B5EF4-FFF2-40B4-BE49-F238E27FC236}">
                  <a16:creationId xmlns:a16="http://schemas.microsoft.com/office/drawing/2014/main" id="{EC8EE1E6-34AB-8BBC-84FE-AA4C79D3FB88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9" name="正方形/長方形 398">
              <a:extLst>
                <a:ext uri="{FF2B5EF4-FFF2-40B4-BE49-F238E27FC236}">
                  <a16:creationId xmlns:a16="http://schemas.microsoft.com/office/drawing/2014/main" id="{3FD6C3DF-1384-23B9-6F25-4F2289E474D6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0" name="正方形/長方形 399">
              <a:extLst>
                <a:ext uri="{FF2B5EF4-FFF2-40B4-BE49-F238E27FC236}">
                  <a16:creationId xmlns:a16="http://schemas.microsoft.com/office/drawing/2014/main" id="{26E09293-46C4-20CB-F0CD-00C846EEE668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1" name="正方形/長方形 400">
              <a:extLst>
                <a:ext uri="{FF2B5EF4-FFF2-40B4-BE49-F238E27FC236}">
                  <a16:creationId xmlns:a16="http://schemas.microsoft.com/office/drawing/2014/main" id="{BA549DE5-C2D3-EAEC-7CFC-988FEDEFC365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2" name="正方形/長方形 401">
              <a:extLst>
                <a:ext uri="{FF2B5EF4-FFF2-40B4-BE49-F238E27FC236}">
                  <a16:creationId xmlns:a16="http://schemas.microsoft.com/office/drawing/2014/main" id="{AE2409C2-928B-A649-79B3-7A44288A6C51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3" name="正方形/長方形 402">
              <a:extLst>
                <a:ext uri="{FF2B5EF4-FFF2-40B4-BE49-F238E27FC236}">
                  <a16:creationId xmlns:a16="http://schemas.microsoft.com/office/drawing/2014/main" id="{FE36C255-1005-0D47-169F-6203BDB6E743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4" name="正方形/長方形 403">
              <a:extLst>
                <a:ext uri="{FF2B5EF4-FFF2-40B4-BE49-F238E27FC236}">
                  <a16:creationId xmlns:a16="http://schemas.microsoft.com/office/drawing/2014/main" id="{2F736578-9627-2DA0-4343-1B9EC23DE19C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5" name="正方形/長方形 404">
              <a:extLst>
                <a:ext uri="{FF2B5EF4-FFF2-40B4-BE49-F238E27FC236}">
                  <a16:creationId xmlns:a16="http://schemas.microsoft.com/office/drawing/2014/main" id="{2DACF8F6-DEBD-B976-3CFB-3AD4BDF0212D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6" name="正方形/長方形 405">
              <a:extLst>
                <a:ext uri="{FF2B5EF4-FFF2-40B4-BE49-F238E27FC236}">
                  <a16:creationId xmlns:a16="http://schemas.microsoft.com/office/drawing/2014/main" id="{FA72B0C1-1E3A-B5E0-E1C6-D56DD81AF5E7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7" name="正方形/長方形 406">
              <a:extLst>
                <a:ext uri="{FF2B5EF4-FFF2-40B4-BE49-F238E27FC236}">
                  <a16:creationId xmlns:a16="http://schemas.microsoft.com/office/drawing/2014/main" id="{B12273DC-13E6-FC21-9E6E-FDEDC907A709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8" name="正方形/長方形 407">
              <a:extLst>
                <a:ext uri="{FF2B5EF4-FFF2-40B4-BE49-F238E27FC236}">
                  <a16:creationId xmlns:a16="http://schemas.microsoft.com/office/drawing/2014/main" id="{E594C1FC-71B1-1934-95A7-AAB882BA1159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9" name="正方形/長方形 408">
              <a:extLst>
                <a:ext uri="{FF2B5EF4-FFF2-40B4-BE49-F238E27FC236}">
                  <a16:creationId xmlns:a16="http://schemas.microsoft.com/office/drawing/2014/main" id="{6965ACB7-CF2B-4051-978F-8734B5FA0147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0" name="正方形/長方形 409">
              <a:extLst>
                <a:ext uri="{FF2B5EF4-FFF2-40B4-BE49-F238E27FC236}">
                  <a16:creationId xmlns:a16="http://schemas.microsoft.com/office/drawing/2014/main" id="{FAC464F7-79B0-6D60-CDFC-86489877C18B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1" name="正方形/長方形 410">
              <a:extLst>
                <a:ext uri="{FF2B5EF4-FFF2-40B4-BE49-F238E27FC236}">
                  <a16:creationId xmlns:a16="http://schemas.microsoft.com/office/drawing/2014/main" id="{813E8E5B-1B18-F44F-CB39-64BED80CB65F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2" name="正方形/長方形 411">
              <a:extLst>
                <a:ext uri="{FF2B5EF4-FFF2-40B4-BE49-F238E27FC236}">
                  <a16:creationId xmlns:a16="http://schemas.microsoft.com/office/drawing/2014/main" id="{F32EC075-8C89-5EC0-75D2-59F44FFAC89E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3" name="正方形/長方形 412">
              <a:extLst>
                <a:ext uri="{FF2B5EF4-FFF2-40B4-BE49-F238E27FC236}">
                  <a16:creationId xmlns:a16="http://schemas.microsoft.com/office/drawing/2014/main" id="{9D06D6DF-7F14-D1C7-6C72-80E41B99D7DC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4" name="正方形/長方形 413">
              <a:extLst>
                <a:ext uri="{FF2B5EF4-FFF2-40B4-BE49-F238E27FC236}">
                  <a16:creationId xmlns:a16="http://schemas.microsoft.com/office/drawing/2014/main" id="{DF8A772B-7A3D-F818-45E1-54753600878D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5" name="正方形/長方形 414">
              <a:extLst>
                <a:ext uri="{FF2B5EF4-FFF2-40B4-BE49-F238E27FC236}">
                  <a16:creationId xmlns:a16="http://schemas.microsoft.com/office/drawing/2014/main" id="{9416FB62-E49C-5E37-4595-45FA08318400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6" name="正方形/長方形 415">
              <a:extLst>
                <a:ext uri="{FF2B5EF4-FFF2-40B4-BE49-F238E27FC236}">
                  <a16:creationId xmlns:a16="http://schemas.microsoft.com/office/drawing/2014/main" id="{86AE41A8-0953-4FAD-F859-B28239A20A12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7" name="正方形/長方形 416">
              <a:extLst>
                <a:ext uri="{FF2B5EF4-FFF2-40B4-BE49-F238E27FC236}">
                  <a16:creationId xmlns:a16="http://schemas.microsoft.com/office/drawing/2014/main" id="{6C6006DF-1524-48F5-2F55-49811F852ED5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8" name="正方形/長方形 417">
              <a:extLst>
                <a:ext uri="{FF2B5EF4-FFF2-40B4-BE49-F238E27FC236}">
                  <a16:creationId xmlns:a16="http://schemas.microsoft.com/office/drawing/2014/main" id="{C0AF90F0-2BED-D098-B29C-15F1F5746805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9" name="正方形/長方形 418">
              <a:extLst>
                <a:ext uri="{FF2B5EF4-FFF2-40B4-BE49-F238E27FC236}">
                  <a16:creationId xmlns:a16="http://schemas.microsoft.com/office/drawing/2014/main" id="{FEF989ED-4AF9-2FB2-D5E3-B3339C9BBECF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0" name="正方形/長方形 419">
              <a:extLst>
                <a:ext uri="{FF2B5EF4-FFF2-40B4-BE49-F238E27FC236}">
                  <a16:creationId xmlns:a16="http://schemas.microsoft.com/office/drawing/2014/main" id="{862D1C4B-CE72-F1B7-C0F4-D0E13621A485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1" name="正方形/長方形 420">
              <a:extLst>
                <a:ext uri="{FF2B5EF4-FFF2-40B4-BE49-F238E27FC236}">
                  <a16:creationId xmlns:a16="http://schemas.microsoft.com/office/drawing/2014/main" id="{AF48C5B3-F949-7114-6405-F99FB0D0693F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2" name="正方形/長方形 421">
              <a:extLst>
                <a:ext uri="{FF2B5EF4-FFF2-40B4-BE49-F238E27FC236}">
                  <a16:creationId xmlns:a16="http://schemas.microsoft.com/office/drawing/2014/main" id="{28A8BD11-3254-52FE-2B32-75BCCE8E2AA8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3" name="正方形/長方形 422">
              <a:extLst>
                <a:ext uri="{FF2B5EF4-FFF2-40B4-BE49-F238E27FC236}">
                  <a16:creationId xmlns:a16="http://schemas.microsoft.com/office/drawing/2014/main" id="{8BE454D0-9236-1324-8A68-763D5C189B96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4" name="正方形/長方形 423">
              <a:extLst>
                <a:ext uri="{FF2B5EF4-FFF2-40B4-BE49-F238E27FC236}">
                  <a16:creationId xmlns:a16="http://schemas.microsoft.com/office/drawing/2014/main" id="{5EEB5755-788F-517A-07B0-05FF6CA974C9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5" name="正方形/長方形 424">
              <a:extLst>
                <a:ext uri="{FF2B5EF4-FFF2-40B4-BE49-F238E27FC236}">
                  <a16:creationId xmlns:a16="http://schemas.microsoft.com/office/drawing/2014/main" id="{230279D6-4DEE-6337-FA8C-D13B9036EEE6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6" name="正方形/長方形 425">
              <a:extLst>
                <a:ext uri="{FF2B5EF4-FFF2-40B4-BE49-F238E27FC236}">
                  <a16:creationId xmlns:a16="http://schemas.microsoft.com/office/drawing/2014/main" id="{F29D1BFA-79D4-CEB9-30A5-203E33746DB5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7" name="正方形/長方形 426">
              <a:extLst>
                <a:ext uri="{FF2B5EF4-FFF2-40B4-BE49-F238E27FC236}">
                  <a16:creationId xmlns:a16="http://schemas.microsoft.com/office/drawing/2014/main" id="{552D7391-C21B-5909-65E6-6CA13800F33F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8" name="正方形/長方形 427">
              <a:extLst>
                <a:ext uri="{FF2B5EF4-FFF2-40B4-BE49-F238E27FC236}">
                  <a16:creationId xmlns:a16="http://schemas.microsoft.com/office/drawing/2014/main" id="{1F81A61D-AC94-AC01-49AD-FDD9E2A8251F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9" name="正方形/長方形 428">
              <a:extLst>
                <a:ext uri="{FF2B5EF4-FFF2-40B4-BE49-F238E27FC236}">
                  <a16:creationId xmlns:a16="http://schemas.microsoft.com/office/drawing/2014/main" id="{65702CC5-9EFA-5020-8F42-24E20C6C2353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0" name="正方形/長方形 429">
              <a:extLst>
                <a:ext uri="{FF2B5EF4-FFF2-40B4-BE49-F238E27FC236}">
                  <a16:creationId xmlns:a16="http://schemas.microsoft.com/office/drawing/2014/main" id="{F3D774B7-0928-A5BB-1BEC-3A2F2358A6A9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1" name="正方形/長方形 430">
              <a:extLst>
                <a:ext uri="{FF2B5EF4-FFF2-40B4-BE49-F238E27FC236}">
                  <a16:creationId xmlns:a16="http://schemas.microsoft.com/office/drawing/2014/main" id="{193E00EA-55A5-89D0-276B-75B2CF80ECAA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2" name="正方形/長方形 431">
              <a:extLst>
                <a:ext uri="{FF2B5EF4-FFF2-40B4-BE49-F238E27FC236}">
                  <a16:creationId xmlns:a16="http://schemas.microsoft.com/office/drawing/2014/main" id="{CD069349-925C-598C-2725-660842E8581F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3" name="正方形/長方形 432">
              <a:extLst>
                <a:ext uri="{FF2B5EF4-FFF2-40B4-BE49-F238E27FC236}">
                  <a16:creationId xmlns:a16="http://schemas.microsoft.com/office/drawing/2014/main" id="{C052989A-3CB6-FC40-CE03-C9E1B1ADA806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4" name="正方形/長方形 433">
              <a:extLst>
                <a:ext uri="{FF2B5EF4-FFF2-40B4-BE49-F238E27FC236}">
                  <a16:creationId xmlns:a16="http://schemas.microsoft.com/office/drawing/2014/main" id="{0715C331-1FC7-3719-2B5A-53BBE5DD0855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5" name="正方形/長方形 434">
              <a:extLst>
                <a:ext uri="{FF2B5EF4-FFF2-40B4-BE49-F238E27FC236}">
                  <a16:creationId xmlns:a16="http://schemas.microsoft.com/office/drawing/2014/main" id="{9E393422-C373-1B15-58D3-A18958955E22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6" name="正方形/長方形 435">
              <a:extLst>
                <a:ext uri="{FF2B5EF4-FFF2-40B4-BE49-F238E27FC236}">
                  <a16:creationId xmlns:a16="http://schemas.microsoft.com/office/drawing/2014/main" id="{3D33B02D-9111-5BA5-BA4B-7EE0AAB69C35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7" name="正方形/長方形 436">
              <a:extLst>
                <a:ext uri="{FF2B5EF4-FFF2-40B4-BE49-F238E27FC236}">
                  <a16:creationId xmlns:a16="http://schemas.microsoft.com/office/drawing/2014/main" id="{DF1028C8-CAFC-C634-8349-BAEF80DBBE04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38" name="グループ化 437">
            <a:extLst>
              <a:ext uri="{FF2B5EF4-FFF2-40B4-BE49-F238E27FC236}">
                <a16:creationId xmlns:a16="http://schemas.microsoft.com/office/drawing/2014/main" id="{330C78C0-9621-4BEB-B91D-8F46AAA5C839}"/>
              </a:ext>
            </a:extLst>
          </p:cNvPr>
          <p:cNvGrpSpPr/>
          <p:nvPr/>
        </p:nvGrpSpPr>
        <p:grpSpPr>
          <a:xfrm>
            <a:off x="11229977" y="4700783"/>
            <a:ext cx="2893052" cy="2884362"/>
            <a:chOff x="1387203" y="2001633"/>
            <a:chExt cx="3726884" cy="3792015"/>
          </a:xfrm>
        </p:grpSpPr>
        <p:sp>
          <p:nvSpPr>
            <p:cNvPr id="439" name="正方形/長方形 438">
              <a:extLst>
                <a:ext uri="{FF2B5EF4-FFF2-40B4-BE49-F238E27FC236}">
                  <a16:creationId xmlns:a16="http://schemas.microsoft.com/office/drawing/2014/main" id="{0052B227-1D33-7CF9-EA1A-512C1E4BDB3F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0" name="正方形/長方形 439">
              <a:extLst>
                <a:ext uri="{FF2B5EF4-FFF2-40B4-BE49-F238E27FC236}">
                  <a16:creationId xmlns:a16="http://schemas.microsoft.com/office/drawing/2014/main" id="{6172E554-34CE-2296-AC58-9A743A39F769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1" name="正方形/長方形 440">
              <a:extLst>
                <a:ext uri="{FF2B5EF4-FFF2-40B4-BE49-F238E27FC236}">
                  <a16:creationId xmlns:a16="http://schemas.microsoft.com/office/drawing/2014/main" id="{241449AC-8045-EBF7-6E55-9C31E1640F81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2" name="正方形/長方形 441">
              <a:extLst>
                <a:ext uri="{FF2B5EF4-FFF2-40B4-BE49-F238E27FC236}">
                  <a16:creationId xmlns:a16="http://schemas.microsoft.com/office/drawing/2014/main" id="{DF9AAFC5-1D1C-B63F-8110-EE33A23DEBD1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3" name="正方形/長方形 442">
              <a:extLst>
                <a:ext uri="{FF2B5EF4-FFF2-40B4-BE49-F238E27FC236}">
                  <a16:creationId xmlns:a16="http://schemas.microsoft.com/office/drawing/2014/main" id="{652A2EFF-88E2-FDDF-191F-E9F63885F73D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4" name="正方形/長方形 443">
              <a:extLst>
                <a:ext uri="{FF2B5EF4-FFF2-40B4-BE49-F238E27FC236}">
                  <a16:creationId xmlns:a16="http://schemas.microsoft.com/office/drawing/2014/main" id="{E2E517A7-E908-27F6-F78C-63867B1892F8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5" name="正方形/長方形 444">
              <a:extLst>
                <a:ext uri="{FF2B5EF4-FFF2-40B4-BE49-F238E27FC236}">
                  <a16:creationId xmlns:a16="http://schemas.microsoft.com/office/drawing/2014/main" id="{C033FEB6-370A-C53F-11F2-48AED29A4F91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6" name="正方形/長方形 445">
              <a:extLst>
                <a:ext uri="{FF2B5EF4-FFF2-40B4-BE49-F238E27FC236}">
                  <a16:creationId xmlns:a16="http://schemas.microsoft.com/office/drawing/2014/main" id="{2EAF9DA1-3B42-C87C-7209-27D3A6BDB8F8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7" name="正方形/長方形 446">
              <a:extLst>
                <a:ext uri="{FF2B5EF4-FFF2-40B4-BE49-F238E27FC236}">
                  <a16:creationId xmlns:a16="http://schemas.microsoft.com/office/drawing/2014/main" id="{09096D83-A344-6705-15C6-7358C8F0BCBE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8" name="正方形/長方形 447">
              <a:extLst>
                <a:ext uri="{FF2B5EF4-FFF2-40B4-BE49-F238E27FC236}">
                  <a16:creationId xmlns:a16="http://schemas.microsoft.com/office/drawing/2014/main" id="{F07E57FD-0B0F-7176-7C40-43A7ED745777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9" name="正方形/長方形 448">
              <a:extLst>
                <a:ext uri="{FF2B5EF4-FFF2-40B4-BE49-F238E27FC236}">
                  <a16:creationId xmlns:a16="http://schemas.microsoft.com/office/drawing/2014/main" id="{60B75508-8B76-A07C-C586-2F6BC14B1C60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0" name="正方形/長方形 449">
              <a:extLst>
                <a:ext uri="{FF2B5EF4-FFF2-40B4-BE49-F238E27FC236}">
                  <a16:creationId xmlns:a16="http://schemas.microsoft.com/office/drawing/2014/main" id="{ADCAD681-88B9-CABE-9693-EB74061A4255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1" name="正方形/長方形 450">
              <a:extLst>
                <a:ext uri="{FF2B5EF4-FFF2-40B4-BE49-F238E27FC236}">
                  <a16:creationId xmlns:a16="http://schemas.microsoft.com/office/drawing/2014/main" id="{50231FAF-61FE-CFB2-21AF-7F99E029A4D1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2" name="正方形/長方形 451">
              <a:extLst>
                <a:ext uri="{FF2B5EF4-FFF2-40B4-BE49-F238E27FC236}">
                  <a16:creationId xmlns:a16="http://schemas.microsoft.com/office/drawing/2014/main" id="{FD8912D2-9CC0-637E-38AF-455F8C7E73B0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3" name="正方形/長方形 452">
              <a:extLst>
                <a:ext uri="{FF2B5EF4-FFF2-40B4-BE49-F238E27FC236}">
                  <a16:creationId xmlns:a16="http://schemas.microsoft.com/office/drawing/2014/main" id="{EDAC980F-4565-BBCF-2A69-FFBDCF945D83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4" name="正方形/長方形 453">
              <a:extLst>
                <a:ext uri="{FF2B5EF4-FFF2-40B4-BE49-F238E27FC236}">
                  <a16:creationId xmlns:a16="http://schemas.microsoft.com/office/drawing/2014/main" id="{3FC20974-4678-FC2D-659E-5B0883D5FB62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5" name="正方形/長方形 454">
              <a:extLst>
                <a:ext uri="{FF2B5EF4-FFF2-40B4-BE49-F238E27FC236}">
                  <a16:creationId xmlns:a16="http://schemas.microsoft.com/office/drawing/2014/main" id="{0A9533AB-80D6-C5C6-171F-312B4329422F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6" name="正方形/長方形 455">
              <a:extLst>
                <a:ext uri="{FF2B5EF4-FFF2-40B4-BE49-F238E27FC236}">
                  <a16:creationId xmlns:a16="http://schemas.microsoft.com/office/drawing/2014/main" id="{C6DC2FD9-2084-EF4E-E69B-D5FD6E9E33DE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7" name="正方形/長方形 456">
              <a:extLst>
                <a:ext uri="{FF2B5EF4-FFF2-40B4-BE49-F238E27FC236}">
                  <a16:creationId xmlns:a16="http://schemas.microsoft.com/office/drawing/2014/main" id="{5CAD52ED-2149-5241-F54E-F7C383552632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8" name="正方形/長方形 457">
              <a:extLst>
                <a:ext uri="{FF2B5EF4-FFF2-40B4-BE49-F238E27FC236}">
                  <a16:creationId xmlns:a16="http://schemas.microsoft.com/office/drawing/2014/main" id="{4629FED8-9DA2-BF1A-8288-87270C799849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9" name="正方形/長方形 458">
              <a:extLst>
                <a:ext uri="{FF2B5EF4-FFF2-40B4-BE49-F238E27FC236}">
                  <a16:creationId xmlns:a16="http://schemas.microsoft.com/office/drawing/2014/main" id="{F3AD9D2A-E3ED-8B62-E4E2-B0466D7636F9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0" name="正方形/長方形 459">
              <a:extLst>
                <a:ext uri="{FF2B5EF4-FFF2-40B4-BE49-F238E27FC236}">
                  <a16:creationId xmlns:a16="http://schemas.microsoft.com/office/drawing/2014/main" id="{67AB931E-83A5-E63F-4045-482481A88C59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1" name="正方形/長方形 460">
              <a:extLst>
                <a:ext uri="{FF2B5EF4-FFF2-40B4-BE49-F238E27FC236}">
                  <a16:creationId xmlns:a16="http://schemas.microsoft.com/office/drawing/2014/main" id="{E3422BA8-5341-37EC-C390-620AAA02F682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2" name="正方形/長方形 461">
              <a:extLst>
                <a:ext uri="{FF2B5EF4-FFF2-40B4-BE49-F238E27FC236}">
                  <a16:creationId xmlns:a16="http://schemas.microsoft.com/office/drawing/2014/main" id="{4F209E57-6FF9-4F22-ACAF-B029C466A63E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3" name="正方形/長方形 462">
              <a:extLst>
                <a:ext uri="{FF2B5EF4-FFF2-40B4-BE49-F238E27FC236}">
                  <a16:creationId xmlns:a16="http://schemas.microsoft.com/office/drawing/2014/main" id="{35045977-CF36-6DD3-642D-7DF251FA089A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4" name="正方形/長方形 463">
              <a:extLst>
                <a:ext uri="{FF2B5EF4-FFF2-40B4-BE49-F238E27FC236}">
                  <a16:creationId xmlns:a16="http://schemas.microsoft.com/office/drawing/2014/main" id="{D8231796-FAD2-50D2-ED9E-3ACBB906A704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5" name="正方形/長方形 464">
              <a:extLst>
                <a:ext uri="{FF2B5EF4-FFF2-40B4-BE49-F238E27FC236}">
                  <a16:creationId xmlns:a16="http://schemas.microsoft.com/office/drawing/2014/main" id="{99FED574-D594-9FCC-9BCE-B663A507E7AC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6" name="正方形/長方形 465">
              <a:extLst>
                <a:ext uri="{FF2B5EF4-FFF2-40B4-BE49-F238E27FC236}">
                  <a16:creationId xmlns:a16="http://schemas.microsoft.com/office/drawing/2014/main" id="{7381EB38-2906-0AA8-C021-949AB9E505FC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7" name="正方形/長方形 466">
              <a:extLst>
                <a:ext uri="{FF2B5EF4-FFF2-40B4-BE49-F238E27FC236}">
                  <a16:creationId xmlns:a16="http://schemas.microsoft.com/office/drawing/2014/main" id="{D4FC948C-DB38-EB3F-3D1F-EC4504D91364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8" name="正方形/長方形 467">
              <a:extLst>
                <a:ext uri="{FF2B5EF4-FFF2-40B4-BE49-F238E27FC236}">
                  <a16:creationId xmlns:a16="http://schemas.microsoft.com/office/drawing/2014/main" id="{EC056688-E1DE-49B5-7E8B-A8879506795B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9" name="正方形/長方形 468">
              <a:extLst>
                <a:ext uri="{FF2B5EF4-FFF2-40B4-BE49-F238E27FC236}">
                  <a16:creationId xmlns:a16="http://schemas.microsoft.com/office/drawing/2014/main" id="{94EB7F47-7BED-68C5-146B-1E88090B3EE5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0" name="正方形/長方形 469">
              <a:extLst>
                <a:ext uri="{FF2B5EF4-FFF2-40B4-BE49-F238E27FC236}">
                  <a16:creationId xmlns:a16="http://schemas.microsoft.com/office/drawing/2014/main" id="{5E48151B-38EA-5790-9A2A-BD28272A90F2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1" name="正方形/長方形 470">
              <a:extLst>
                <a:ext uri="{FF2B5EF4-FFF2-40B4-BE49-F238E27FC236}">
                  <a16:creationId xmlns:a16="http://schemas.microsoft.com/office/drawing/2014/main" id="{9A3CC174-2736-11B2-3B8E-AD2787231B3D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2" name="正方形/長方形 471">
              <a:extLst>
                <a:ext uri="{FF2B5EF4-FFF2-40B4-BE49-F238E27FC236}">
                  <a16:creationId xmlns:a16="http://schemas.microsoft.com/office/drawing/2014/main" id="{F95287C4-5C8E-E9F2-7465-DB662634D030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3" name="正方形/長方形 472">
              <a:extLst>
                <a:ext uri="{FF2B5EF4-FFF2-40B4-BE49-F238E27FC236}">
                  <a16:creationId xmlns:a16="http://schemas.microsoft.com/office/drawing/2014/main" id="{FBF8538D-583D-5109-D3CF-1AE9075DBF0F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4" name="正方形/長方形 473">
              <a:extLst>
                <a:ext uri="{FF2B5EF4-FFF2-40B4-BE49-F238E27FC236}">
                  <a16:creationId xmlns:a16="http://schemas.microsoft.com/office/drawing/2014/main" id="{3E46E5A4-5C46-88EE-1E79-C12F9F1CA882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5" name="正方形/長方形 474">
              <a:extLst>
                <a:ext uri="{FF2B5EF4-FFF2-40B4-BE49-F238E27FC236}">
                  <a16:creationId xmlns:a16="http://schemas.microsoft.com/office/drawing/2014/main" id="{F430EEB0-AF17-AAFA-751D-0DC5B9C277C2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6" name="正方形/長方形 475">
              <a:extLst>
                <a:ext uri="{FF2B5EF4-FFF2-40B4-BE49-F238E27FC236}">
                  <a16:creationId xmlns:a16="http://schemas.microsoft.com/office/drawing/2014/main" id="{989E84CA-155D-AB85-94BE-528CD455F6E9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7" name="正方形/長方形 476">
              <a:extLst>
                <a:ext uri="{FF2B5EF4-FFF2-40B4-BE49-F238E27FC236}">
                  <a16:creationId xmlns:a16="http://schemas.microsoft.com/office/drawing/2014/main" id="{2DE40122-47C9-4593-5383-442BF5E00235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8" name="正方形/長方形 477">
              <a:extLst>
                <a:ext uri="{FF2B5EF4-FFF2-40B4-BE49-F238E27FC236}">
                  <a16:creationId xmlns:a16="http://schemas.microsoft.com/office/drawing/2014/main" id="{D1E5EF8A-6BAA-DA66-4A05-41E940E11B69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9" name="正方形/長方形 478">
              <a:extLst>
                <a:ext uri="{FF2B5EF4-FFF2-40B4-BE49-F238E27FC236}">
                  <a16:creationId xmlns:a16="http://schemas.microsoft.com/office/drawing/2014/main" id="{C25FAB43-A47E-1380-BB2F-913A345DEEFC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0" name="正方形/長方形 479">
              <a:extLst>
                <a:ext uri="{FF2B5EF4-FFF2-40B4-BE49-F238E27FC236}">
                  <a16:creationId xmlns:a16="http://schemas.microsoft.com/office/drawing/2014/main" id="{66EEC9EC-ACDB-83C0-6FB7-5ABB6EA163E0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1" name="正方形/長方形 480">
              <a:extLst>
                <a:ext uri="{FF2B5EF4-FFF2-40B4-BE49-F238E27FC236}">
                  <a16:creationId xmlns:a16="http://schemas.microsoft.com/office/drawing/2014/main" id="{0F951671-2EC1-32D3-44B0-9316FF69EB37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2" name="正方形/長方形 481">
              <a:extLst>
                <a:ext uri="{FF2B5EF4-FFF2-40B4-BE49-F238E27FC236}">
                  <a16:creationId xmlns:a16="http://schemas.microsoft.com/office/drawing/2014/main" id="{143B6546-B8C4-77BB-6252-E1B8A5FFE3DB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3" name="正方形/長方形 482">
              <a:extLst>
                <a:ext uri="{FF2B5EF4-FFF2-40B4-BE49-F238E27FC236}">
                  <a16:creationId xmlns:a16="http://schemas.microsoft.com/office/drawing/2014/main" id="{46F04865-4D02-C1C2-1A1A-C7A824AA675D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4" name="正方形/長方形 483">
              <a:extLst>
                <a:ext uri="{FF2B5EF4-FFF2-40B4-BE49-F238E27FC236}">
                  <a16:creationId xmlns:a16="http://schemas.microsoft.com/office/drawing/2014/main" id="{B2988F56-C5B7-1C72-BE4E-B3ACE5429A49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5" name="正方形/長方形 484">
              <a:extLst>
                <a:ext uri="{FF2B5EF4-FFF2-40B4-BE49-F238E27FC236}">
                  <a16:creationId xmlns:a16="http://schemas.microsoft.com/office/drawing/2014/main" id="{C027D8D5-76FE-8A30-0DD0-5B30EBF3586A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6" name="正方形/長方形 485">
              <a:extLst>
                <a:ext uri="{FF2B5EF4-FFF2-40B4-BE49-F238E27FC236}">
                  <a16:creationId xmlns:a16="http://schemas.microsoft.com/office/drawing/2014/main" id="{5472C125-3D19-E543-E6C6-7D30B184114E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7" name="正方形/長方形 486">
              <a:extLst>
                <a:ext uri="{FF2B5EF4-FFF2-40B4-BE49-F238E27FC236}">
                  <a16:creationId xmlns:a16="http://schemas.microsoft.com/office/drawing/2014/main" id="{81B6BBA8-FC0C-5C53-4CB8-7AD85265D344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8" name="正方形/長方形 487">
              <a:extLst>
                <a:ext uri="{FF2B5EF4-FFF2-40B4-BE49-F238E27FC236}">
                  <a16:creationId xmlns:a16="http://schemas.microsoft.com/office/drawing/2014/main" id="{C6BE02A9-29C0-FD7A-8349-A128DEA4F76C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9" name="正方形/長方形 488">
              <a:extLst>
                <a:ext uri="{FF2B5EF4-FFF2-40B4-BE49-F238E27FC236}">
                  <a16:creationId xmlns:a16="http://schemas.microsoft.com/office/drawing/2014/main" id="{D6253731-C0D0-342B-8178-4D872CADA92E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0" name="正方形/長方形 489">
              <a:extLst>
                <a:ext uri="{FF2B5EF4-FFF2-40B4-BE49-F238E27FC236}">
                  <a16:creationId xmlns:a16="http://schemas.microsoft.com/office/drawing/2014/main" id="{C2337752-A80D-2877-BAA5-832879A540E2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1" name="正方形/長方形 490">
              <a:extLst>
                <a:ext uri="{FF2B5EF4-FFF2-40B4-BE49-F238E27FC236}">
                  <a16:creationId xmlns:a16="http://schemas.microsoft.com/office/drawing/2014/main" id="{0C85C819-98EF-989E-3E74-5BA460B49877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2" name="正方形/長方形 491">
              <a:extLst>
                <a:ext uri="{FF2B5EF4-FFF2-40B4-BE49-F238E27FC236}">
                  <a16:creationId xmlns:a16="http://schemas.microsoft.com/office/drawing/2014/main" id="{059B37BF-6083-08C5-996F-49BD74072CC3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3" name="正方形/長方形 492">
              <a:extLst>
                <a:ext uri="{FF2B5EF4-FFF2-40B4-BE49-F238E27FC236}">
                  <a16:creationId xmlns:a16="http://schemas.microsoft.com/office/drawing/2014/main" id="{B182CB50-61D8-1598-3B4F-3046C3467308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4" name="正方形/長方形 493">
              <a:extLst>
                <a:ext uri="{FF2B5EF4-FFF2-40B4-BE49-F238E27FC236}">
                  <a16:creationId xmlns:a16="http://schemas.microsoft.com/office/drawing/2014/main" id="{612CDEA1-597F-6144-834B-4EAB0F60DEB6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5" name="正方形/長方形 494">
              <a:extLst>
                <a:ext uri="{FF2B5EF4-FFF2-40B4-BE49-F238E27FC236}">
                  <a16:creationId xmlns:a16="http://schemas.microsoft.com/office/drawing/2014/main" id="{973A797D-E53E-E184-BC19-C76E798428D1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6" name="正方形/長方形 495">
              <a:extLst>
                <a:ext uri="{FF2B5EF4-FFF2-40B4-BE49-F238E27FC236}">
                  <a16:creationId xmlns:a16="http://schemas.microsoft.com/office/drawing/2014/main" id="{F14E0C59-5482-778B-2986-C597FA881C1A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7" name="正方形/長方形 496">
              <a:extLst>
                <a:ext uri="{FF2B5EF4-FFF2-40B4-BE49-F238E27FC236}">
                  <a16:creationId xmlns:a16="http://schemas.microsoft.com/office/drawing/2014/main" id="{3A40D5B5-447F-3D07-FD35-2CF36E3BAC0D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8" name="正方形/長方形 497">
              <a:extLst>
                <a:ext uri="{FF2B5EF4-FFF2-40B4-BE49-F238E27FC236}">
                  <a16:creationId xmlns:a16="http://schemas.microsoft.com/office/drawing/2014/main" id="{98358AA2-C3DE-919B-BDF3-0553865B64F7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9" name="正方形/長方形 498">
              <a:extLst>
                <a:ext uri="{FF2B5EF4-FFF2-40B4-BE49-F238E27FC236}">
                  <a16:creationId xmlns:a16="http://schemas.microsoft.com/office/drawing/2014/main" id="{601D6CFA-AA78-BD0E-A548-EF64A46ECE8A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0" name="正方形/長方形 499">
              <a:extLst>
                <a:ext uri="{FF2B5EF4-FFF2-40B4-BE49-F238E27FC236}">
                  <a16:creationId xmlns:a16="http://schemas.microsoft.com/office/drawing/2014/main" id="{A1F938CB-D4C0-101D-74A0-B7C983B8530D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1" name="正方形/長方形 500">
              <a:extLst>
                <a:ext uri="{FF2B5EF4-FFF2-40B4-BE49-F238E27FC236}">
                  <a16:creationId xmlns:a16="http://schemas.microsoft.com/office/drawing/2014/main" id="{7713E957-C579-964E-F65D-EABAC946BB90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2" name="正方形/長方形 501">
              <a:extLst>
                <a:ext uri="{FF2B5EF4-FFF2-40B4-BE49-F238E27FC236}">
                  <a16:creationId xmlns:a16="http://schemas.microsoft.com/office/drawing/2014/main" id="{23A239C2-D2EA-6C9F-F2B2-3E641EB3B078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3" name="正方形/長方形 502">
              <a:extLst>
                <a:ext uri="{FF2B5EF4-FFF2-40B4-BE49-F238E27FC236}">
                  <a16:creationId xmlns:a16="http://schemas.microsoft.com/office/drawing/2014/main" id="{6BAF9236-F0D9-B115-3CFF-8520E9EB9047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4" name="正方形/長方形 503">
              <a:extLst>
                <a:ext uri="{FF2B5EF4-FFF2-40B4-BE49-F238E27FC236}">
                  <a16:creationId xmlns:a16="http://schemas.microsoft.com/office/drawing/2014/main" id="{1214678B-EA32-E1FF-D962-00F6D55DDF59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5" name="正方形/長方形 504">
              <a:extLst>
                <a:ext uri="{FF2B5EF4-FFF2-40B4-BE49-F238E27FC236}">
                  <a16:creationId xmlns:a16="http://schemas.microsoft.com/office/drawing/2014/main" id="{4889BB2F-2AE7-D978-274D-B24AAFB91BFB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6" name="正方形/長方形 505">
              <a:extLst>
                <a:ext uri="{FF2B5EF4-FFF2-40B4-BE49-F238E27FC236}">
                  <a16:creationId xmlns:a16="http://schemas.microsoft.com/office/drawing/2014/main" id="{92632327-6E7B-C6E5-5063-21BF7E1624BB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7" name="正方形/長方形 506">
              <a:extLst>
                <a:ext uri="{FF2B5EF4-FFF2-40B4-BE49-F238E27FC236}">
                  <a16:creationId xmlns:a16="http://schemas.microsoft.com/office/drawing/2014/main" id="{CEB1148A-DAE4-A136-D961-2A27037125A2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8" name="正方形/長方形 507">
              <a:extLst>
                <a:ext uri="{FF2B5EF4-FFF2-40B4-BE49-F238E27FC236}">
                  <a16:creationId xmlns:a16="http://schemas.microsoft.com/office/drawing/2014/main" id="{61CC0279-4737-9122-F47A-B141DE7B1422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9" name="正方形/長方形 508">
              <a:extLst>
                <a:ext uri="{FF2B5EF4-FFF2-40B4-BE49-F238E27FC236}">
                  <a16:creationId xmlns:a16="http://schemas.microsoft.com/office/drawing/2014/main" id="{02CB25A7-6A0A-6B7F-E890-15FEB2C1E645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0" name="正方形/長方形 509">
              <a:extLst>
                <a:ext uri="{FF2B5EF4-FFF2-40B4-BE49-F238E27FC236}">
                  <a16:creationId xmlns:a16="http://schemas.microsoft.com/office/drawing/2014/main" id="{C958C7B3-D5BA-9F44-A280-D314670C467C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1" name="正方形/長方形 510">
              <a:extLst>
                <a:ext uri="{FF2B5EF4-FFF2-40B4-BE49-F238E27FC236}">
                  <a16:creationId xmlns:a16="http://schemas.microsoft.com/office/drawing/2014/main" id="{8C912AF4-CB91-5B5C-911C-A8EA906FB1E1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2" name="正方形/長方形 511">
              <a:extLst>
                <a:ext uri="{FF2B5EF4-FFF2-40B4-BE49-F238E27FC236}">
                  <a16:creationId xmlns:a16="http://schemas.microsoft.com/office/drawing/2014/main" id="{B301B98A-380D-87F5-DC61-AE27BE31DA91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3" name="正方形/長方形 512">
              <a:extLst>
                <a:ext uri="{FF2B5EF4-FFF2-40B4-BE49-F238E27FC236}">
                  <a16:creationId xmlns:a16="http://schemas.microsoft.com/office/drawing/2014/main" id="{34B71C61-EE33-C654-E7EB-A48777D869B8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4" name="正方形/長方形 513">
              <a:extLst>
                <a:ext uri="{FF2B5EF4-FFF2-40B4-BE49-F238E27FC236}">
                  <a16:creationId xmlns:a16="http://schemas.microsoft.com/office/drawing/2014/main" id="{4F2A79F7-92F1-E766-8DD1-839100CCBCBD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5" name="正方形/長方形 514">
              <a:extLst>
                <a:ext uri="{FF2B5EF4-FFF2-40B4-BE49-F238E27FC236}">
                  <a16:creationId xmlns:a16="http://schemas.microsoft.com/office/drawing/2014/main" id="{D1415F77-02FF-CBA9-729C-0D16C35591E6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6" name="正方形/長方形 515">
              <a:extLst>
                <a:ext uri="{FF2B5EF4-FFF2-40B4-BE49-F238E27FC236}">
                  <a16:creationId xmlns:a16="http://schemas.microsoft.com/office/drawing/2014/main" id="{F805DEDE-ECA1-B463-AAD8-16D5BC928584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7" name="正方形/長方形 516">
              <a:extLst>
                <a:ext uri="{FF2B5EF4-FFF2-40B4-BE49-F238E27FC236}">
                  <a16:creationId xmlns:a16="http://schemas.microsoft.com/office/drawing/2014/main" id="{DEAD923A-896B-6618-30F8-8B242B5A0F98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8" name="正方形/長方形 517">
              <a:extLst>
                <a:ext uri="{FF2B5EF4-FFF2-40B4-BE49-F238E27FC236}">
                  <a16:creationId xmlns:a16="http://schemas.microsoft.com/office/drawing/2014/main" id="{390C8B66-5C05-2310-440A-FD160264C581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9" name="正方形/長方形 518">
              <a:extLst>
                <a:ext uri="{FF2B5EF4-FFF2-40B4-BE49-F238E27FC236}">
                  <a16:creationId xmlns:a16="http://schemas.microsoft.com/office/drawing/2014/main" id="{A90CAA48-34C1-5F97-F6D7-84AAD9094E01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0" name="正方形/長方形 519">
              <a:extLst>
                <a:ext uri="{FF2B5EF4-FFF2-40B4-BE49-F238E27FC236}">
                  <a16:creationId xmlns:a16="http://schemas.microsoft.com/office/drawing/2014/main" id="{690420B8-51A7-A918-631F-38AB1A8BC590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1" name="正方形/長方形 520">
              <a:extLst>
                <a:ext uri="{FF2B5EF4-FFF2-40B4-BE49-F238E27FC236}">
                  <a16:creationId xmlns:a16="http://schemas.microsoft.com/office/drawing/2014/main" id="{0245999A-F8DE-30BD-39CB-209873089B1B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2" name="正方形/長方形 521">
              <a:extLst>
                <a:ext uri="{FF2B5EF4-FFF2-40B4-BE49-F238E27FC236}">
                  <a16:creationId xmlns:a16="http://schemas.microsoft.com/office/drawing/2014/main" id="{850E47C5-CDEC-7F3D-E71B-9F160B8CF379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3" name="正方形/長方形 522">
              <a:extLst>
                <a:ext uri="{FF2B5EF4-FFF2-40B4-BE49-F238E27FC236}">
                  <a16:creationId xmlns:a16="http://schemas.microsoft.com/office/drawing/2014/main" id="{79A0FCE0-729D-8FCE-3558-F1C0BA713F15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4" name="正方形/長方形 523">
              <a:extLst>
                <a:ext uri="{FF2B5EF4-FFF2-40B4-BE49-F238E27FC236}">
                  <a16:creationId xmlns:a16="http://schemas.microsoft.com/office/drawing/2014/main" id="{3D7E924A-B0F1-D046-7464-6DEA7AF2EBB4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5" name="正方形/長方形 524">
              <a:extLst>
                <a:ext uri="{FF2B5EF4-FFF2-40B4-BE49-F238E27FC236}">
                  <a16:creationId xmlns:a16="http://schemas.microsoft.com/office/drawing/2014/main" id="{5E4BBD2F-95BB-E358-EBEC-BCE5B98B5420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6" name="正方形/長方形 525">
              <a:extLst>
                <a:ext uri="{FF2B5EF4-FFF2-40B4-BE49-F238E27FC236}">
                  <a16:creationId xmlns:a16="http://schemas.microsoft.com/office/drawing/2014/main" id="{1FE2EFC1-2BB1-4054-185F-F0786A76996E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7" name="正方形/長方形 526">
              <a:extLst>
                <a:ext uri="{FF2B5EF4-FFF2-40B4-BE49-F238E27FC236}">
                  <a16:creationId xmlns:a16="http://schemas.microsoft.com/office/drawing/2014/main" id="{73348D46-2914-1637-D071-792ACF33F7A8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8" name="正方形/長方形 527">
              <a:extLst>
                <a:ext uri="{FF2B5EF4-FFF2-40B4-BE49-F238E27FC236}">
                  <a16:creationId xmlns:a16="http://schemas.microsoft.com/office/drawing/2014/main" id="{8CC3FC85-22C8-DCF5-5A3A-071688756D45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9" name="正方形/長方形 528">
              <a:extLst>
                <a:ext uri="{FF2B5EF4-FFF2-40B4-BE49-F238E27FC236}">
                  <a16:creationId xmlns:a16="http://schemas.microsoft.com/office/drawing/2014/main" id="{106A0418-4C2F-664B-6C20-534EB654CA1D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0" name="正方形/長方形 529">
              <a:extLst>
                <a:ext uri="{FF2B5EF4-FFF2-40B4-BE49-F238E27FC236}">
                  <a16:creationId xmlns:a16="http://schemas.microsoft.com/office/drawing/2014/main" id="{79C9F41D-851E-9206-889B-0F07127C94AA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1" name="正方形/長方形 530">
              <a:extLst>
                <a:ext uri="{FF2B5EF4-FFF2-40B4-BE49-F238E27FC236}">
                  <a16:creationId xmlns:a16="http://schemas.microsoft.com/office/drawing/2014/main" id="{3E0C7663-287C-804B-C5B1-386B8B7D9F03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2" name="正方形/長方形 531">
              <a:extLst>
                <a:ext uri="{FF2B5EF4-FFF2-40B4-BE49-F238E27FC236}">
                  <a16:creationId xmlns:a16="http://schemas.microsoft.com/office/drawing/2014/main" id="{8EDFC1C7-B811-0395-E833-12307CB8707A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3" name="正方形/長方形 532">
              <a:extLst>
                <a:ext uri="{FF2B5EF4-FFF2-40B4-BE49-F238E27FC236}">
                  <a16:creationId xmlns:a16="http://schemas.microsoft.com/office/drawing/2014/main" id="{7FDD2DD3-E06B-4D6E-ED96-20C55D8545B4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4" name="正方形/長方形 533">
              <a:extLst>
                <a:ext uri="{FF2B5EF4-FFF2-40B4-BE49-F238E27FC236}">
                  <a16:creationId xmlns:a16="http://schemas.microsoft.com/office/drawing/2014/main" id="{ADE9A731-D925-1917-464F-A2C107352D9C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5" name="正方形/長方形 534">
              <a:extLst>
                <a:ext uri="{FF2B5EF4-FFF2-40B4-BE49-F238E27FC236}">
                  <a16:creationId xmlns:a16="http://schemas.microsoft.com/office/drawing/2014/main" id="{79C37D78-8D41-5982-DFDE-D496360362F3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6" name="正方形/長方形 535">
              <a:extLst>
                <a:ext uri="{FF2B5EF4-FFF2-40B4-BE49-F238E27FC236}">
                  <a16:creationId xmlns:a16="http://schemas.microsoft.com/office/drawing/2014/main" id="{CF76B3D4-06B4-EAD2-04E7-7489FB2F1A1C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7" name="正方形/長方形 536">
              <a:extLst>
                <a:ext uri="{FF2B5EF4-FFF2-40B4-BE49-F238E27FC236}">
                  <a16:creationId xmlns:a16="http://schemas.microsoft.com/office/drawing/2014/main" id="{44CE9D31-DBA0-3B59-FDF2-A8D23AA7B372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8" name="正方形/長方形 537">
              <a:extLst>
                <a:ext uri="{FF2B5EF4-FFF2-40B4-BE49-F238E27FC236}">
                  <a16:creationId xmlns:a16="http://schemas.microsoft.com/office/drawing/2014/main" id="{7248FAED-456C-7A3A-4EC3-4A7239764A15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9" name="正方形/長方形 538">
              <a:extLst>
                <a:ext uri="{FF2B5EF4-FFF2-40B4-BE49-F238E27FC236}">
                  <a16:creationId xmlns:a16="http://schemas.microsoft.com/office/drawing/2014/main" id="{6554F6EA-1860-9B88-9053-BE36337D1369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0" name="正方形/長方形 539">
              <a:extLst>
                <a:ext uri="{FF2B5EF4-FFF2-40B4-BE49-F238E27FC236}">
                  <a16:creationId xmlns:a16="http://schemas.microsoft.com/office/drawing/2014/main" id="{CB84A404-C5B2-295A-1829-B0271B950BBA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1" name="正方形/長方形 540">
              <a:extLst>
                <a:ext uri="{FF2B5EF4-FFF2-40B4-BE49-F238E27FC236}">
                  <a16:creationId xmlns:a16="http://schemas.microsoft.com/office/drawing/2014/main" id="{05CC3111-2C31-CD5C-F5FA-FB582258998E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75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DFCC4B7-537C-0739-22C0-1ECD678CA673}"/>
              </a:ext>
            </a:extLst>
          </p:cNvPr>
          <p:cNvSpPr txBox="1"/>
          <p:nvPr/>
        </p:nvSpPr>
        <p:spPr>
          <a:xfrm>
            <a:off x="-4919" y="-14467"/>
            <a:ext cx="2403990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75" b="1" dirty="0">
                <a:solidFill>
                  <a:srgbClr val="8A6B3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ゲーム概要</a:t>
            </a:r>
            <a:endParaRPr lang="en-US" altLang="ja-JP" sz="3575" b="1" dirty="0">
              <a:solidFill>
                <a:srgbClr val="8A6B3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3A5CB3-1B39-96BB-40A5-5217B96E397F}"/>
              </a:ext>
            </a:extLst>
          </p:cNvPr>
          <p:cNvSpPr txBox="1"/>
          <p:nvPr/>
        </p:nvSpPr>
        <p:spPr>
          <a:xfrm>
            <a:off x="704234" y="846790"/>
            <a:ext cx="110686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プレイヤーは悪の科学者が放つロボットを操り、無防備な街へ出撃。</a:t>
            </a:r>
            <a:endParaRPr lang="en-US" altLang="ja-JP" sz="2800" dirty="0">
              <a:solidFill>
                <a:srgbClr val="8A6B3F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lang="ja-JP" altLang="en-US" sz="28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目的はただ一つ、</a:t>
            </a:r>
            <a:r>
              <a:rPr lang="ja-JP" altLang="en-US" sz="2800" dirty="0">
                <a:solidFill>
                  <a:srgbClr val="FF5B5B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目の前のすべてを叩き壊すこと。</a:t>
            </a:r>
            <a:endParaRPr lang="en-US" altLang="ja-JP" sz="2800" dirty="0">
              <a:solidFill>
                <a:srgbClr val="FF5B5B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3200DBA-649E-D8EE-835D-B8C013ADA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663" y="1800897"/>
            <a:ext cx="8392673" cy="488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3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391FAE-44C5-B68F-257F-236BB6EAFFA4}"/>
              </a:ext>
            </a:extLst>
          </p:cNvPr>
          <p:cNvSpPr txBox="1"/>
          <p:nvPr/>
        </p:nvSpPr>
        <p:spPr>
          <a:xfrm>
            <a:off x="-4918" y="-14467"/>
            <a:ext cx="2403990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75" b="1" dirty="0">
                <a:solidFill>
                  <a:srgbClr val="8A6B3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ゲームの核</a:t>
            </a:r>
            <a:endParaRPr lang="en-US" altLang="ja-JP" sz="3575" b="1" dirty="0">
              <a:solidFill>
                <a:srgbClr val="8A6B3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818AAF-5C42-252B-603C-48C83F73CC69}"/>
              </a:ext>
            </a:extLst>
          </p:cNvPr>
          <p:cNvSpPr txBox="1"/>
          <p:nvPr/>
        </p:nvSpPr>
        <p:spPr>
          <a:xfrm>
            <a:off x="1549723" y="1115013"/>
            <a:ext cx="90925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壊すほど強くなる、止まらない</a:t>
            </a:r>
            <a:r>
              <a:rPr kumimoji="1" lang="ja-JP" altLang="en-US" sz="4000" b="1" dirty="0">
                <a:solidFill>
                  <a:srgbClr val="FF5B5B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破壊の連鎖</a:t>
            </a: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6833D582-CD0C-A84C-9468-AB4D99121EC0}"/>
              </a:ext>
            </a:extLst>
          </p:cNvPr>
          <p:cNvGrpSpPr/>
          <p:nvPr/>
        </p:nvGrpSpPr>
        <p:grpSpPr>
          <a:xfrm>
            <a:off x="1947773" y="4665022"/>
            <a:ext cx="2195592" cy="2188997"/>
            <a:chOff x="1387203" y="2001633"/>
            <a:chExt cx="3726884" cy="3792015"/>
          </a:xfrm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D2920295-97E9-AAA4-D9F3-0AAD4377AB8E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712DDDA-9F68-8DD2-2449-4FD62A91562B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D793451A-CA9A-6B22-0960-400E3DD59CAE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7F485796-6FD8-4916-CE5A-16C73F6A1A7A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97BA604C-8E91-FD95-723B-278F813BC618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FFC98EEC-4CEF-98B3-4A7A-F73BD8EAA1CA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185EE13E-56B5-5A5D-859A-BAD0B888FDA7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E15F6428-2EE3-62E6-43D1-805532768965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EF584CFC-2D3F-FB58-5943-D70695B9478F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5FDCFC32-D80E-B47A-098E-0F4C58BC2374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0A9C5DD4-D3AA-D60C-8263-C3AEBB16210D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69F0BFA9-E9B1-501D-565B-9398A2825252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6EDEF3E1-6BDF-D40F-9282-3F2CEEA69888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7A2BBDF7-F436-4F1E-3A0D-989687509D7C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2D7DF026-2918-2717-024A-A439164346E7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D7A21E63-526D-6DC4-94DA-51009AD34777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4F2A85F9-125B-EF35-7D6A-E24FABC62800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7A78DAD4-1B2C-921B-E009-D75F12C940F5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6F3BEAD0-928B-FC49-17E3-F9A50736F6A4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EE4FF58B-E3E1-C074-747E-2D2DD47AC639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AC48FA7D-5776-39AB-BB61-F46D3EDE9F4C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9C0D221A-5C4D-20BC-7F92-D5914C091C16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E2B2F53D-2F7B-FF96-A5CE-8C5787CE002C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4989E561-29EF-D5A5-99C8-2AC68025C368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E2BC292A-923E-62CF-1E36-37A3434D8272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C8BFB1B8-01E2-2DC2-EFDC-EA8421BE8D16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4A60DA19-2451-D857-63BC-840AB81BA4BD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B75A954B-230F-D141-76E5-80B06BBF5E26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4097EB6E-57BB-1BC0-E2BA-23EA107E7245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563FA5AE-210F-62AD-E152-32E06807FCFF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805EF869-0454-7B1B-5514-D7EFF7FF14BC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82BAD8F6-13FB-3461-71F9-6CBAE7061BEB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BF79574A-7DBF-A791-9026-E7519F5145C5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751B9E7C-5C9D-8440-EF51-9D255E53E243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198B7865-4841-3880-B0EB-22ACE0770E90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0D667A15-A272-765E-53C2-FCEB1429E38B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07870B0C-B7D8-BF92-7A06-996FAA18CCBB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59EB158E-4762-3BE6-E90D-E158010998A1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88F376E7-E420-530E-2A6F-C69F6D40927C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AF98EE96-8035-A828-D7F7-F68541477540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6735ADA8-3F08-F06F-AF4F-519ADA8C1A12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25CD446D-C03D-80B4-E977-065E9F7157E4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912D7E0C-5F0D-8D92-5770-1F46F2C8BE17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209F9A4F-75F6-BABB-F612-D61922266F18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3B9D3B1E-455B-EAE4-7C16-950824640BAF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EA6C83C1-D4E7-2FA2-69F0-54664EBE0FD5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115D5AE1-620A-8473-91F4-5884CFAFBC91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3639041B-BF1E-8C35-5CC9-1A5B9269D11C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D8ABA0F0-4C1B-8D87-DA71-1DBCDF0019C5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2729256F-EBCA-8549-5BA1-1E3FB19E0450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6C21F741-A96F-3962-B460-C9F171065EFF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B7336132-38C8-8401-59AC-81898154DBD9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47B12C34-E74C-A0A0-E83B-D6F3E0C60216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1BD97546-3184-4FED-FA30-D0AA04E6CAB1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41C41F96-92FD-04F5-CB7D-39F3E31D3263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A3ABC4A5-10D5-98E3-6E49-E7C7A76116CC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ADE399B8-8D65-E41D-60CE-31C7CB84C0F4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AF327B33-6E38-7BC9-7F6C-5C11880A31B9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9904F72E-9A63-003A-3AB1-0255EAF733F4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B5CF20AF-82A5-0FE9-617E-CCD78C4E92E9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0D28C382-AE2C-110B-4828-C15EB53C3C3E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D4127E8-E1BB-803F-713E-FA746CBCD7B2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E1FDF1DC-FAB0-66FE-555C-727CFBB0B8BA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4BC9C3A2-D81E-6438-39D1-A883EC82FD74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30293E38-C255-32E5-598A-E1B1D282012E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37C3F7A1-4203-EA7F-76E7-648DA983AA75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988E744F-6988-CCA9-1451-91AFAE169EBE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2550446A-8AA7-03DB-7942-A30CCC49DC14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417A229C-BA02-B257-E5F7-68C280063B89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C6BB6B3E-B693-E1EC-FCC1-963617598467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95B6E0A4-B322-3E09-F4C5-9B31E6C6DE0C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907E1CA7-7A0C-6738-06ED-F034FA9E340A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4F507EEF-D3FF-703E-5981-02EDEE3416E9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20493293-CD3C-173E-3917-A24813CFEFE5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A641EFD6-F99C-64F7-D02C-C29A65F6D223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6F95E693-B057-EE14-069C-FEAD70A70D75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A2950916-7B5A-AFC2-0294-E887B8482748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C870F8A1-E9B9-DC5F-9AD3-44408D915939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31243895-E0B9-905F-8DD6-B74386333DE8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7067E0CB-A490-75A4-F8C1-BE915B182277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A017122F-7B64-A2AD-ADD9-315A7A547808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ECBCD58E-03D1-29FF-D47F-4C92B66DEBF5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56370866-985A-B41C-A284-EE450D376EB0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1827B2C9-2E53-1A98-45A5-8A507A4D5411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03314395-4205-D111-5764-06ED23D72EEC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7092BCA0-A809-9C6E-FF6B-AC3C88E80FF4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B9F7711D-1246-54D5-D803-BD9E3D20EBB2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90672543-1695-5CD1-0521-19176D56D02C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E6D8DB9E-B752-2A2F-B95B-E2B54B2F8005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E6C4BFFD-9AB5-21A5-A9B8-2F28A3F9A9E0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D7447B6D-4DD8-8D36-FBFC-38D00B4629F6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7042C4AE-5609-DE63-9BB6-99D25ABE8B20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7E1BE4CD-13AD-F615-CB48-81355BEB6EBA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0F625353-0D89-6E07-E039-EBD8F503C0A4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2EBB08B6-B77F-22D1-5A8D-9C69357A4113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8B43530D-5A91-E515-C329-3505433CA755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A058FDDB-4F98-7962-0212-8C5EC505BA8A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AC9AF188-828A-42BB-F19B-141188D1378F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B1BCF004-7C63-438C-BC3D-056DE7F9E916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079F6710-AF05-FFA6-8320-9885132100A3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FCE61203-916D-792B-DDAC-33439786DA1D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A07779DE-4EB9-DE52-7FAB-1D348A8623C8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1ECCEE71-F9C7-F3CE-C306-E193A95D7E1A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1799A2A3-D164-E088-729A-CFF048BE53C7}"/>
              </a:ext>
            </a:extLst>
          </p:cNvPr>
          <p:cNvGrpSpPr/>
          <p:nvPr/>
        </p:nvGrpSpPr>
        <p:grpSpPr>
          <a:xfrm>
            <a:off x="6336673" y="4669003"/>
            <a:ext cx="2195592" cy="2188997"/>
            <a:chOff x="1387203" y="2001633"/>
            <a:chExt cx="3726884" cy="3792015"/>
          </a:xfrm>
        </p:grpSpPr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BE71122A-6367-630D-3802-F4CFDBB1F5B7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0015F99D-602D-3419-93E5-8597BD33BBAF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A1EF7CA9-CB6E-0D0C-8698-A84E12694328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9308D080-561E-5391-3CA5-094D13405D9E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17C66119-CD35-511D-3296-AAE8D22680B2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15B19A3F-F0A2-5893-8875-C9E77D96D303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CC467513-9145-865B-617C-106B07763721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2EEF0C2D-CEA3-5243-A877-3A07994A6E1B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7E698723-F63C-1080-8A30-2A71B90E36FF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F0AC49E8-5B1A-A20C-131E-60DDA81253B7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DF47965D-0AB4-9CA9-1E4C-6C2C9296A6F1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234481F9-E483-6AA1-5E15-7D31755B75EE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25FFC12A-6CB1-FE2C-1AC1-EA65D906B4C3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EFAB44D1-5F0E-B736-B800-F55C2A3AE4A1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7DAA2D94-B25C-DAD7-21D4-7D4C187F0A57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91BA7428-D4D6-1BAE-3E8A-8D74F5134F49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D58D0187-5F9B-EF2C-F715-954C2AE137AC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075715AB-3661-BFE0-7AE1-1ACB7BD3A1FF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0955DA37-ABB9-AF22-B007-B62294A23283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FF029A6A-900D-61A1-A75A-C66ED53FCAD5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70919A78-84A7-9CBD-10FA-46F8AD9DC816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811C2E27-8BBC-C2EE-2AAD-39E3EDE427AF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C004678E-1B46-7C41-993D-10D90F179128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9C53EE92-0832-2F8D-0EA0-80A96393FB02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DBCC8490-699D-12B9-C818-C8383050450E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4543A737-06DF-9529-6F3A-EB85853784AF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2460BD37-94BB-A9E1-457B-A79BD13A48DD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28A93D5E-F8B0-790D-ECA3-703485D8695C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5814B6E2-C2ED-BAD2-C090-4823E43A412B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4530065F-82B3-81E7-4FC9-1887DC41EA49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正方形/長方形 162">
              <a:extLst>
                <a:ext uri="{FF2B5EF4-FFF2-40B4-BE49-F238E27FC236}">
                  <a16:creationId xmlns:a16="http://schemas.microsoft.com/office/drawing/2014/main" id="{662D97E1-C63C-AA54-F057-D5B5BFF7A41E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EB5B1468-2E20-3803-F309-CDB93045B161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54C36792-2C19-CBDB-0CAE-9A041E6EFA3F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F340C902-88B4-99BA-A5A1-B54F8BFC1432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DF31623D-08CE-5345-FD85-95E8B40D3252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B92C0192-39A9-5267-C96A-6DCB664CB44F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0E1F8D7A-3FFE-3E0F-C915-F437F5D4AA60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77E76B0E-176F-A071-F943-57E48223B5C4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A986ADE2-8A08-AD83-4570-1D00369ED621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040221D2-AF06-88DF-6F8F-C5990CC635D8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404BBCD7-ED73-2922-015A-796DC8D8F03A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76B28F3D-BEF5-AFE6-8CBD-341795390985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B8349801-5DF2-AF28-72C9-7A3805458B8C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4D9B14CC-76E4-FC05-7037-C20E0037131A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6CB14E6F-5DAE-ED24-D7B6-A49846672B83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4D1E0C69-E5F8-5FDB-42F0-1B2EF67B731A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0B18AE37-6C78-4642-7FBA-6FB72CD0FBA4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889824E0-3E68-2BEC-E179-C20DACFE9744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E43E998A-BE8E-6475-74B2-F94A55302378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9B062C6E-6D3A-FFCB-F95E-E17EABE55299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6BE6CC8B-2599-B4BC-9955-E29C85ADA378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15140FF5-2846-7CA4-72D4-21D0673AFB0E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B21B1485-FF2F-FF6B-6303-3EF9067DB8C3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E44EF9F1-C439-F481-76E3-18C24578B99E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585FC334-EF78-D0F8-DFBB-9F958EEC301A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D06CC842-393F-7436-A0B8-2AF62B2F2AC1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08F62737-4612-B75C-05E3-052757FEBC64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0DCC24AD-48C2-7C6B-4541-F9A9AC1F523A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EBA97A30-6CBA-2C16-AE71-567F430E54EB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0BA47E08-7D8E-934F-E489-2A052200ABED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0542C97E-6B9D-2F09-878F-E6D2414EB11D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E895A759-64B3-E321-FCCA-3380DD45294D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0B11E57A-03CD-9A23-E229-CCCD683444AF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E0711CA3-8A3F-097C-E78C-78AAE3709C45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D04E8B62-1BB6-C077-EC1C-099A0C029EDE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7A47774E-5E07-58A6-A72B-B7AE244F111E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B0B4B997-53EA-9151-84EB-A087E80881B2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0" name="正方形/長方形 199">
              <a:extLst>
                <a:ext uri="{FF2B5EF4-FFF2-40B4-BE49-F238E27FC236}">
                  <a16:creationId xmlns:a16="http://schemas.microsoft.com/office/drawing/2014/main" id="{B53FEA51-1118-CC32-0423-05BFD53638A9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14AC8B6F-AC31-D099-B60A-9834148857FE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933C4155-7E83-CAAF-1214-2A0EDA4882D0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B078513D-9467-2ACE-2D80-0ED8AA1AB2C0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3369BD64-B0BC-FB3B-53DA-D1BA0DD8DFCE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711F63B0-3CAE-2504-746D-159E0F105919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F4057575-EC83-2C87-F764-B9CA242364B0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AF3418B9-A15D-52CA-FB5B-7FAB14AFC74B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9C53BD10-DF56-B43C-2E9F-6ADEBDA4CD7E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965AF9E1-CDC8-1787-60FF-9DA79FF7432D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19ABB92A-E330-B749-6487-7D752BC1A69A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0DB188C0-B683-2F03-C5BA-C0741AC4208A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9704E7D0-BC94-59B9-C67A-B8F565DD673D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07DC7632-ADF5-2DDA-DAAE-211946517280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005A5672-D8D3-D059-7131-0E5A651EBD88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F3BFFB59-C366-E431-CD63-9DE660628D7C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8ECD0276-A47C-92A8-4959-CEB7A94299FF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972FBE8F-8728-6CA3-788C-607348EC885E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B41B0A2F-AF37-D701-CFDB-D692DEEB48F3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9" name="正方形/長方形 218">
              <a:extLst>
                <a:ext uri="{FF2B5EF4-FFF2-40B4-BE49-F238E27FC236}">
                  <a16:creationId xmlns:a16="http://schemas.microsoft.com/office/drawing/2014/main" id="{A6BC07C9-03E4-5032-66A2-9B7847E95B0A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0" name="正方形/長方形 219">
              <a:extLst>
                <a:ext uri="{FF2B5EF4-FFF2-40B4-BE49-F238E27FC236}">
                  <a16:creationId xmlns:a16="http://schemas.microsoft.com/office/drawing/2014/main" id="{6E52D030-57A3-73B8-2533-D9260781F317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1" name="正方形/長方形 220">
              <a:extLst>
                <a:ext uri="{FF2B5EF4-FFF2-40B4-BE49-F238E27FC236}">
                  <a16:creationId xmlns:a16="http://schemas.microsoft.com/office/drawing/2014/main" id="{A46C824F-E09B-3D30-93A8-2714D5B9D1B9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8969AED2-66F2-9C50-0742-8686AFBDBA87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83C8352E-0AC6-6499-F149-74EC55C3BEED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C570CADC-725A-5CFF-AD18-F0EAC5396B6C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35D3EA34-6BD0-1CD1-5F6F-A624AC46DDA8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CE03025F-4485-7AF0-3001-AF2979D37741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60EE359C-EE3F-9701-2DB6-A4132A1039DF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EF8A4914-79ED-880B-E2B3-5A698B94B9D7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7AC23282-73BE-0BA8-2BB0-16BC829DF986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98178832-FC99-E51E-F4BE-E9AA5435D0CF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37D52C17-E9F5-E4CC-6685-4EC5AA1C5F73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2" name="正方形/長方形 231">
              <a:extLst>
                <a:ext uri="{FF2B5EF4-FFF2-40B4-BE49-F238E27FC236}">
                  <a16:creationId xmlns:a16="http://schemas.microsoft.com/office/drawing/2014/main" id="{77B2CCDD-A067-1C6D-9489-75FA4D049B70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3" name="正方形/長方形 232">
              <a:extLst>
                <a:ext uri="{FF2B5EF4-FFF2-40B4-BE49-F238E27FC236}">
                  <a16:creationId xmlns:a16="http://schemas.microsoft.com/office/drawing/2014/main" id="{103D47FA-BF7A-8F97-E939-427CC6A94AAF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116A4A2E-1DFA-317D-BF6E-9993048F38AE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DA1D9C88-5845-FEC4-1D33-F5B402EE7F34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6" name="グループ化 235">
            <a:extLst>
              <a:ext uri="{FF2B5EF4-FFF2-40B4-BE49-F238E27FC236}">
                <a16:creationId xmlns:a16="http://schemas.microsoft.com/office/drawing/2014/main" id="{C52A1E50-E7BF-E3F1-D0D0-341DCFD253D2}"/>
              </a:ext>
            </a:extLst>
          </p:cNvPr>
          <p:cNvGrpSpPr/>
          <p:nvPr/>
        </p:nvGrpSpPr>
        <p:grpSpPr>
          <a:xfrm>
            <a:off x="8548270" y="4669003"/>
            <a:ext cx="2195592" cy="2188997"/>
            <a:chOff x="1387203" y="2001633"/>
            <a:chExt cx="3726884" cy="3792015"/>
          </a:xfrm>
        </p:grpSpPr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5217952E-1466-7216-5CFE-02A4DFB5ED22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DBD026B6-D06A-6FA0-6209-9E5A2D9E7F62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9" name="正方形/長方形 238">
              <a:extLst>
                <a:ext uri="{FF2B5EF4-FFF2-40B4-BE49-F238E27FC236}">
                  <a16:creationId xmlns:a16="http://schemas.microsoft.com/office/drawing/2014/main" id="{2BF53020-8123-4DF8-33BC-14ADFC66FFE4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E38BB661-2106-F245-8E0A-292D3768536E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E7BECF6B-9879-376C-DFD5-5F4F75481AAE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2B616B62-B4FD-2EDF-9C4D-386B2A14BD51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BF3A92AC-32EE-B851-DE9A-64D4EE86B4A0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4" name="正方形/長方形 243">
              <a:extLst>
                <a:ext uri="{FF2B5EF4-FFF2-40B4-BE49-F238E27FC236}">
                  <a16:creationId xmlns:a16="http://schemas.microsoft.com/office/drawing/2014/main" id="{128A6C45-E46F-A753-4922-17F109F87F66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266D790C-7223-2191-6CE4-0F71C936999A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1164BD84-79B0-FA7A-B963-5AB95E785F39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E778768D-E556-875E-D172-C55733F9092A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400D1B36-3A18-07AB-EA61-93AA6EB5D620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E51BB2B0-912F-0328-852E-8CA5CE90BE0F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2925921E-DF14-B090-A3B6-2263C5888D38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2339FCB1-9C76-4577-8E2B-AAB511360843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716EEF23-4DB3-6A52-DF73-5B0314FB3CFD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2285E544-4B74-799B-D410-948DEBB17D0E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CE94CD67-3757-B432-2318-F8F1AA0120D6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47B40C08-4C19-8FE1-4435-A06DE1B8E16B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62F6FACF-18D9-FFA5-187C-59243DDC855C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638BE965-3489-8E5E-D924-972FB8A20F62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8C87EF91-7BB6-B5BF-BAA5-EF540D2971F3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234B97D3-0B80-15B3-23E6-5A40997B3109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3DE2943F-BF2B-A039-7DA8-9CC59DBB14BC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A8DCA1D3-6B99-E158-7B75-56846940EF3D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2" name="正方形/長方形 261">
              <a:extLst>
                <a:ext uri="{FF2B5EF4-FFF2-40B4-BE49-F238E27FC236}">
                  <a16:creationId xmlns:a16="http://schemas.microsoft.com/office/drawing/2014/main" id="{FBF35097-669F-5994-125A-769E95692EB7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D8FA6AB9-7ACE-ABA6-5772-A6807A1A9332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4" name="正方形/長方形 263">
              <a:extLst>
                <a:ext uri="{FF2B5EF4-FFF2-40B4-BE49-F238E27FC236}">
                  <a16:creationId xmlns:a16="http://schemas.microsoft.com/office/drawing/2014/main" id="{01AAC9B6-44A7-64C2-74AF-139E3A8A7B71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5" name="正方形/長方形 264">
              <a:extLst>
                <a:ext uri="{FF2B5EF4-FFF2-40B4-BE49-F238E27FC236}">
                  <a16:creationId xmlns:a16="http://schemas.microsoft.com/office/drawing/2014/main" id="{5C301ECE-B409-C2B4-2728-2968999EBB29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BCE619B4-8007-4367-D3DE-305644D9F5BB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D4FFC314-98D3-C50C-5F74-9A1F5781DC0F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8" name="正方形/長方形 267">
              <a:extLst>
                <a:ext uri="{FF2B5EF4-FFF2-40B4-BE49-F238E27FC236}">
                  <a16:creationId xmlns:a16="http://schemas.microsoft.com/office/drawing/2014/main" id="{B73F4E94-0C18-132C-A987-35103F0ABD87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9" name="正方形/長方形 268">
              <a:extLst>
                <a:ext uri="{FF2B5EF4-FFF2-40B4-BE49-F238E27FC236}">
                  <a16:creationId xmlns:a16="http://schemas.microsoft.com/office/drawing/2014/main" id="{4EF36AF4-F60B-4558-A6E3-86C5F48E3C02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0" name="正方形/長方形 269">
              <a:extLst>
                <a:ext uri="{FF2B5EF4-FFF2-40B4-BE49-F238E27FC236}">
                  <a16:creationId xmlns:a16="http://schemas.microsoft.com/office/drawing/2014/main" id="{1F0EF21B-C2D5-9A8E-9050-476B57665E1E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13C9AEB5-F10C-2F44-7632-EC4C825C70B2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C4E83120-DEB4-E972-29E6-1FA691467E88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5CE952EC-244F-0DFE-E42B-6B32C39E4166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D5DDAE5F-762A-B699-D528-CA633C6F5F19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4395C2E5-9D82-5E3F-77C0-62B6252847BA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0F0B0B55-E45F-E1A1-5EFC-C5606DC0D3D0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FF994F15-0CB2-197B-8525-8C64C0915489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3B997D20-CDDA-D101-F3F1-475F72201CA5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D0D60272-7E98-3D13-B30D-6BE976ACB6A3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B2DD2E1E-486C-48C7-13DF-DA43073609BD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0076D927-44AB-0444-3AD2-B9028C20A867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A0F1E1B7-4916-BFF5-8688-0CCD87B5B4E4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705076B0-7943-CF55-0CA3-74DEEC9F42E3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A1139B5C-5A4A-F2C1-A65D-43FA8231784E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8805FCBE-0F6A-2CD4-ADC7-6915865CEE35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C12536B9-58E4-6186-3CF2-6BF8EDF2DD2E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5D23F054-D93B-78F3-18BE-68A8D2F681CF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BA24F00F-BB1F-FA23-BF8E-3CE44DA9D51A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57A903F2-D84D-2D5F-D09E-C38EBF219275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253B4A35-5024-A14E-75D4-E263AAA0D8B7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3AE56DEE-E9AD-A678-4E0D-9AAF67699173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E5F5B622-AC44-319B-F957-3A1E7501C2A1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9291E162-35FF-4B52-2ACF-32B250F81B49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D3A9B4B5-AFA1-B671-B15C-6B327C2D7C92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B13E985B-5153-2B5A-C983-98990F9E08E3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B77FE0D0-2854-2603-535D-F62EC5003BAB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01E5CCF6-E3FD-918E-4C8A-E03B83BECEC0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8" name="正方形/長方形 297">
              <a:extLst>
                <a:ext uri="{FF2B5EF4-FFF2-40B4-BE49-F238E27FC236}">
                  <a16:creationId xmlns:a16="http://schemas.microsoft.com/office/drawing/2014/main" id="{9A80F834-94F9-72CD-6E96-2C9CBF9A5A61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9" name="正方形/長方形 298">
              <a:extLst>
                <a:ext uri="{FF2B5EF4-FFF2-40B4-BE49-F238E27FC236}">
                  <a16:creationId xmlns:a16="http://schemas.microsoft.com/office/drawing/2014/main" id="{B9D0AED8-F2F5-A6F7-74C1-D886B91764E1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0" name="正方形/長方形 299">
              <a:extLst>
                <a:ext uri="{FF2B5EF4-FFF2-40B4-BE49-F238E27FC236}">
                  <a16:creationId xmlns:a16="http://schemas.microsoft.com/office/drawing/2014/main" id="{299913FB-8CBE-E26B-0871-E7DD11FB7C4A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1" name="正方形/長方形 300">
              <a:extLst>
                <a:ext uri="{FF2B5EF4-FFF2-40B4-BE49-F238E27FC236}">
                  <a16:creationId xmlns:a16="http://schemas.microsoft.com/office/drawing/2014/main" id="{8DAF88E9-2231-8701-DC11-B1E557830215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2" name="正方形/長方形 301">
              <a:extLst>
                <a:ext uri="{FF2B5EF4-FFF2-40B4-BE49-F238E27FC236}">
                  <a16:creationId xmlns:a16="http://schemas.microsoft.com/office/drawing/2014/main" id="{6EAE529D-B827-D469-810D-BB60405E5754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3" name="正方形/長方形 302">
              <a:extLst>
                <a:ext uri="{FF2B5EF4-FFF2-40B4-BE49-F238E27FC236}">
                  <a16:creationId xmlns:a16="http://schemas.microsoft.com/office/drawing/2014/main" id="{117B18C9-6445-3428-F042-789BFDF2AFE0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4" name="正方形/長方形 303">
              <a:extLst>
                <a:ext uri="{FF2B5EF4-FFF2-40B4-BE49-F238E27FC236}">
                  <a16:creationId xmlns:a16="http://schemas.microsoft.com/office/drawing/2014/main" id="{9900C963-AF15-A74D-6644-B1E43B167783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5" name="正方形/長方形 304">
              <a:extLst>
                <a:ext uri="{FF2B5EF4-FFF2-40B4-BE49-F238E27FC236}">
                  <a16:creationId xmlns:a16="http://schemas.microsoft.com/office/drawing/2014/main" id="{821BCCF4-B944-5224-A6B1-07BEE6218E9A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6" name="正方形/長方形 305">
              <a:extLst>
                <a:ext uri="{FF2B5EF4-FFF2-40B4-BE49-F238E27FC236}">
                  <a16:creationId xmlns:a16="http://schemas.microsoft.com/office/drawing/2014/main" id="{4C42FB74-3755-BDB0-ABC0-F504D570E0DC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7" name="正方形/長方形 306">
              <a:extLst>
                <a:ext uri="{FF2B5EF4-FFF2-40B4-BE49-F238E27FC236}">
                  <a16:creationId xmlns:a16="http://schemas.microsoft.com/office/drawing/2014/main" id="{E3838EEF-7CBC-346D-6791-78ED6EE0B708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D761AF5E-28B2-E00B-5E21-343BF07701D0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44E7198E-E700-8EBA-0B3E-379FFFAE3D67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21DEF0E4-502D-F3F4-BED3-1565634A4653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0E559592-3E2A-53CD-7EE8-C5AA1C4894D3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CDD9322D-5061-CB50-6D2F-36E61B3491E3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E371C47B-96A0-4962-6719-A2B899BC473C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1C70679C-D068-37BF-B8F2-4B36CDB3E322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AC8B98B2-2279-9F13-2C0E-17AF23FCEA71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BF35F8A2-38CC-0886-506E-7EA6FC68DBC9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3FC333ED-F137-15DB-DFD4-66FD32347C34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7AE8FBA4-7DF3-D4FA-7A42-467D673FC700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9C7286EB-67FB-6643-A08C-80539CA580A3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CCBF7309-00CC-D9D2-E809-EBAA475A44FB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ECBAFB5D-6A8A-5909-E141-862EE34B5D9D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6A3568C8-9869-B169-95A1-3D79C5E4BCB3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EA555459-9D70-D943-9003-C8AA0F5FACA4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4FD4AAC4-8874-0FDE-8EA8-646380A57157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B6605E91-C8CB-8458-E8AF-FF1F8AC4CBF6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2921FBBD-9FA4-AB9F-3DCE-53B45E44E1F1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DB5A6CE8-AB28-8DCC-4576-0CBE365AC489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F542E905-C649-4006-3237-22859E440CDE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C0F1D58F-9418-D8D2-8696-B7D85F7DC771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EC684972-9112-2ED7-07C9-190694DA0F0E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4DEFEF62-5BDD-E8FC-DCC7-66A95A01BC7D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2" name="正方形/長方形 331">
              <a:extLst>
                <a:ext uri="{FF2B5EF4-FFF2-40B4-BE49-F238E27FC236}">
                  <a16:creationId xmlns:a16="http://schemas.microsoft.com/office/drawing/2014/main" id="{784984A2-0DF1-BF1C-C035-4329039D575E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DF8B521C-763E-DE92-D189-29FF5F412E52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4" name="正方形/長方形 333">
              <a:extLst>
                <a:ext uri="{FF2B5EF4-FFF2-40B4-BE49-F238E27FC236}">
                  <a16:creationId xmlns:a16="http://schemas.microsoft.com/office/drawing/2014/main" id="{CD878BCF-1087-4BE3-947C-5328649168C1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5" name="正方形/長方形 334">
              <a:extLst>
                <a:ext uri="{FF2B5EF4-FFF2-40B4-BE49-F238E27FC236}">
                  <a16:creationId xmlns:a16="http://schemas.microsoft.com/office/drawing/2014/main" id="{FCD2130D-9E88-7F6A-5CF3-E6FE20636045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6" name="正方形/長方形 335">
              <a:extLst>
                <a:ext uri="{FF2B5EF4-FFF2-40B4-BE49-F238E27FC236}">
                  <a16:creationId xmlns:a16="http://schemas.microsoft.com/office/drawing/2014/main" id="{321B46D5-7712-CA90-674A-EBDBE4343011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7" name="正方形/長方形 336">
              <a:extLst>
                <a:ext uri="{FF2B5EF4-FFF2-40B4-BE49-F238E27FC236}">
                  <a16:creationId xmlns:a16="http://schemas.microsoft.com/office/drawing/2014/main" id="{E060A8BC-42C3-C9CA-2499-14E3A9416411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8" name="正方形/長方形 337">
              <a:extLst>
                <a:ext uri="{FF2B5EF4-FFF2-40B4-BE49-F238E27FC236}">
                  <a16:creationId xmlns:a16="http://schemas.microsoft.com/office/drawing/2014/main" id="{AF4EAB21-C734-31D9-7B39-5CED4C018548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9" name="正方形/長方形 338">
              <a:extLst>
                <a:ext uri="{FF2B5EF4-FFF2-40B4-BE49-F238E27FC236}">
                  <a16:creationId xmlns:a16="http://schemas.microsoft.com/office/drawing/2014/main" id="{5300AD28-442D-22AF-F0A8-8A6309D4C4B8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40" name="グループ化 339">
            <a:extLst>
              <a:ext uri="{FF2B5EF4-FFF2-40B4-BE49-F238E27FC236}">
                <a16:creationId xmlns:a16="http://schemas.microsoft.com/office/drawing/2014/main" id="{905CAADE-17C6-537E-9F68-27DA563CDBD1}"/>
              </a:ext>
            </a:extLst>
          </p:cNvPr>
          <p:cNvGrpSpPr/>
          <p:nvPr/>
        </p:nvGrpSpPr>
        <p:grpSpPr>
          <a:xfrm>
            <a:off x="4143365" y="4669003"/>
            <a:ext cx="2195592" cy="2188997"/>
            <a:chOff x="1387203" y="2001633"/>
            <a:chExt cx="3726884" cy="3792015"/>
          </a:xfrm>
        </p:grpSpPr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8188D822-DFC7-F1B8-7BCF-B3B06E870B97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2" name="正方形/長方形 341">
              <a:extLst>
                <a:ext uri="{FF2B5EF4-FFF2-40B4-BE49-F238E27FC236}">
                  <a16:creationId xmlns:a16="http://schemas.microsoft.com/office/drawing/2014/main" id="{BDFE285D-F1DE-2730-D659-287B15254B88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3" name="正方形/長方形 342">
              <a:extLst>
                <a:ext uri="{FF2B5EF4-FFF2-40B4-BE49-F238E27FC236}">
                  <a16:creationId xmlns:a16="http://schemas.microsoft.com/office/drawing/2014/main" id="{F006C165-ABA4-7A5E-BD3D-6FDC6A1C01F7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4" name="正方形/長方形 343">
              <a:extLst>
                <a:ext uri="{FF2B5EF4-FFF2-40B4-BE49-F238E27FC236}">
                  <a16:creationId xmlns:a16="http://schemas.microsoft.com/office/drawing/2014/main" id="{0F29A167-F40D-2331-72A6-95131688322A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D0B57E1A-F8B1-C171-ED5C-28A03F81CB06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B8766D42-E7AE-33A8-1DC2-5E5D3C40C249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3C49F208-6E34-77F9-B2D1-516D598354CD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9DCCA899-B4F0-08D6-8F9F-1F018F2A5726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B4176625-E39F-E4A0-76D2-1BEFC08E2383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0F87C66B-A679-CD42-8DC0-86E88B9D6508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5DB9370F-3DE4-C50A-4439-C1CE95E61B93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15059611-866A-8A3E-DAA0-64C174CF0787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93F8617A-2FD2-B875-A95F-BA0F79D00406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F663CF06-C54F-DDAB-3243-1E555BE270AA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F4BDA163-91CA-28E8-E92D-257004597B6B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F28978B7-AC1C-B005-37A5-C7131FBD28BD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38942CE3-9D9A-341B-AFBD-68BD14208980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8" name="正方形/長方形 357">
              <a:extLst>
                <a:ext uri="{FF2B5EF4-FFF2-40B4-BE49-F238E27FC236}">
                  <a16:creationId xmlns:a16="http://schemas.microsoft.com/office/drawing/2014/main" id="{413AB0AE-8155-6021-9B5B-4BA67D82EC51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9" name="正方形/長方形 358">
              <a:extLst>
                <a:ext uri="{FF2B5EF4-FFF2-40B4-BE49-F238E27FC236}">
                  <a16:creationId xmlns:a16="http://schemas.microsoft.com/office/drawing/2014/main" id="{E5A1DE25-3FD2-1898-27A5-CA9B3A851B76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0" name="正方形/長方形 359">
              <a:extLst>
                <a:ext uri="{FF2B5EF4-FFF2-40B4-BE49-F238E27FC236}">
                  <a16:creationId xmlns:a16="http://schemas.microsoft.com/office/drawing/2014/main" id="{A8D49B8D-9177-4F42-FE9F-FCD3FF84B16F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1" name="正方形/長方形 360">
              <a:extLst>
                <a:ext uri="{FF2B5EF4-FFF2-40B4-BE49-F238E27FC236}">
                  <a16:creationId xmlns:a16="http://schemas.microsoft.com/office/drawing/2014/main" id="{092A9A54-B19C-21BC-1CC6-C91BDB5FCD92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2" name="正方形/長方形 361">
              <a:extLst>
                <a:ext uri="{FF2B5EF4-FFF2-40B4-BE49-F238E27FC236}">
                  <a16:creationId xmlns:a16="http://schemas.microsoft.com/office/drawing/2014/main" id="{0F4709A2-0CA8-1F51-77E0-7976B1DDAD82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3" name="正方形/長方形 362">
              <a:extLst>
                <a:ext uri="{FF2B5EF4-FFF2-40B4-BE49-F238E27FC236}">
                  <a16:creationId xmlns:a16="http://schemas.microsoft.com/office/drawing/2014/main" id="{CC493461-1EDA-F425-184D-1B586AA903C2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4" name="正方形/長方形 363">
              <a:extLst>
                <a:ext uri="{FF2B5EF4-FFF2-40B4-BE49-F238E27FC236}">
                  <a16:creationId xmlns:a16="http://schemas.microsoft.com/office/drawing/2014/main" id="{56C5253B-4399-B2D7-AD57-339FDE9529B7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5" name="正方形/長方形 364">
              <a:extLst>
                <a:ext uri="{FF2B5EF4-FFF2-40B4-BE49-F238E27FC236}">
                  <a16:creationId xmlns:a16="http://schemas.microsoft.com/office/drawing/2014/main" id="{81684A33-B5BB-B8B3-2B5A-595A7017233A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6" name="正方形/長方形 365">
              <a:extLst>
                <a:ext uri="{FF2B5EF4-FFF2-40B4-BE49-F238E27FC236}">
                  <a16:creationId xmlns:a16="http://schemas.microsoft.com/office/drawing/2014/main" id="{1B7B9797-0A80-CEFB-72C4-0249325E0D88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7" name="正方形/長方形 366">
              <a:extLst>
                <a:ext uri="{FF2B5EF4-FFF2-40B4-BE49-F238E27FC236}">
                  <a16:creationId xmlns:a16="http://schemas.microsoft.com/office/drawing/2014/main" id="{D66473BD-F859-E7CD-715A-57503AFBD2D0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8" name="正方形/長方形 367">
              <a:extLst>
                <a:ext uri="{FF2B5EF4-FFF2-40B4-BE49-F238E27FC236}">
                  <a16:creationId xmlns:a16="http://schemas.microsoft.com/office/drawing/2014/main" id="{828F6D99-C8E3-7C7D-EF32-591259366399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9" name="正方形/長方形 368">
              <a:extLst>
                <a:ext uri="{FF2B5EF4-FFF2-40B4-BE49-F238E27FC236}">
                  <a16:creationId xmlns:a16="http://schemas.microsoft.com/office/drawing/2014/main" id="{AC9E353F-EA16-70A9-7606-2F25B007FA27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0" name="正方形/長方形 369">
              <a:extLst>
                <a:ext uri="{FF2B5EF4-FFF2-40B4-BE49-F238E27FC236}">
                  <a16:creationId xmlns:a16="http://schemas.microsoft.com/office/drawing/2014/main" id="{0A76C107-CAC0-9E9A-9920-70C5EC081B0A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1" name="正方形/長方形 370">
              <a:extLst>
                <a:ext uri="{FF2B5EF4-FFF2-40B4-BE49-F238E27FC236}">
                  <a16:creationId xmlns:a16="http://schemas.microsoft.com/office/drawing/2014/main" id="{DEFF3381-B745-69A4-1E39-ACA072F2CA71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2" name="正方形/長方形 371">
              <a:extLst>
                <a:ext uri="{FF2B5EF4-FFF2-40B4-BE49-F238E27FC236}">
                  <a16:creationId xmlns:a16="http://schemas.microsoft.com/office/drawing/2014/main" id="{369467D9-8A6F-3836-40B8-6358B73D835F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3" name="正方形/長方形 372">
              <a:extLst>
                <a:ext uri="{FF2B5EF4-FFF2-40B4-BE49-F238E27FC236}">
                  <a16:creationId xmlns:a16="http://schemas.microsoft.com/office/drawing/2014/main" id="{D8BA7432-3423-AFBE-82AC-4E8CA2185077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4" name="正方形/長方形 373">
              <a:extLst>
                <a:ext uri="{FF2B5EF4-FFF2-40B4-BE49-F238E27FC236}">
                  <a16:creationId xmlns:a16="http://schemas.microsoft.com/office/drawing/2014/main" id="{5A02C5D1-B81F-BEF8-0187-A55CC3D81603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5" name="正方形/長方形 374">
              <a:extLst>
                <a:ext uri="{FF2B5EF4-FFF2-40B4-BE49-F238E27FC236}">
                  <a16:creationId xmlns:a16="http://schemas.microsoft.com/office/drawing/2014/main" id="{62C15ADE-D9FD-70A8-9A16-1C49855D61E0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6" name="正方形/長方形 375">
              <a:extLst>
                <a:ext uri="{FF2B5EF4-FFF2-40B4-BE49-F238E27FC236}">
                  <a16:creationId xmlns:a16="http://schemas.microsoft.com/office/drawing/2014/main" id="{EEB3C36C-F58E-C961-41F7-AB94770E3CEE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7" name="正方形/長方形 376">
              <a:extLst>
                <a:ext uri="{FF2B5EF4-FFF2-40B4-BE49-F238E27FC236}">
                  <a16:creationId xmlns:a16="http://schemas.microsoft.com/office/drawing/2014/main" id="{2AD1F925-E1B3-E79B-6E9C-5870CD7B7E81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8" name="正方形/長方形 377">
              <a:extLst>
                <a:ext uri="{FF2B5EF4-FFF2-40B4-BE49-F238E27FC236}">
                  <a16:creationId xmlns:a16="http://schemas.microsoft.com/office/drawing/2014/main" id="{D7F7B3DE-7FF0-9C10-0AC8-C317CE11B34F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9" name="正方形/長方形 378">
              <a:extLst>
                <a:ext uri="{FF2B5EF4-FFF2-40B4-BE49-F238E27FC236}">
                  <a16:creationId xmlns:a16="http://schemas.microsoft.com/office/drawing/2014/main" id="{B3468D7D-6D1A-4538-8F4A-0781AE3677E6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0" name="正方形/長方形 379">
              <a:extLst>
                <a:ext uri="{FF2B5EF4-FFF2-40B4-BE49-F238E27FC236}">
                  <a16:creationId xmlns:a16="http://schemas.microsoft.com/office/drawing/2014/main" id="{7E27501D-48AF-4E85-FB22-1F1948BB9A0D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1" name="正方形/長方形 380">
              <a:extLst>
                <a:ext uri="{FF2B5EF4-FFF2-40B4-BE49-F238E27FC236}">
                  <a16:creationId xmlns:a16="http://schemas.microsoft.com/office/drawing/2014/main" id="{813760FD-0E9E-C427-BF52-73899E95847A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2" name="正方形/長方形 381">
              <a:extLst>
                <a:ext uri="{FF2B5EF4-FFF2-40B4-BE49-F238E27FC236}">
                  <a16:creationId xmlns:a16="http://schemas.microsoft.com/office/drawing/2014/main" id="{6C2214BC-5D9A-E6F4-45F3-AE098F942101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3" name="正方形/長方形 382">
              <a:extLst>
                <a:ext uri="{FF2B5EF4-FFF2-40B4-BE49-F238E27FC236}">
                  <a16:creationId xmlns:a16="http://schemas.microsoft.com/office/drawing/2014/main" id="{6A1E4028-6658-3D44-0F1B-D96E80359168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4" name="正方形/長方形 383">
              <a:extLst>
                <a:ext uri="{FF2B5EF4-FFF2-40B4-BE49-F238E27FC236}">
                  <a16:creationId xmlns:a16="http://schemas.microsoft.com/office/drawing/2014/main" id="{A8181DD7-28F5-98E8-FEE0-8E1E4458778B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5" name="正方形/長方形 384">
              <a:extLst>
                <a:ext uri="{FF2B5EF4-FFF2-40B4-BE49-F238E27FC236}">
                  <a16:creationId xmlns:a16="http://schemas.microsoft.com/office/drawing/2014/main" id="{86992AD6-3A08-DA0B-980F-E6349D2A3C42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6" name="正方形/長方形 385">
              <a:extLst>
                <a:ext uri="{FF2B5EF4-FFF2-40B4-BE49-F238E27FC236}">
                  <a16:creationId xmlns:a16="http://schemas.microsoft.com/office/drawing/2014/main" id="{535CB07F-02E0-921E-E527-1E85772EC196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7" name="正方形/長方形 386">
              <a:extLst>
                <a:ext uri="{FF2B5EF4-FFF2-40B4-BE49-F238E27FC236}">
                  <a16:creationId xmlns:a16="http://schemas.microsoft.com/office/drawing/2014/main" id="{EDC24520-EB84-D19B-386E-B2B8752485B3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8" name="正方形/長方形 387">
              <a:extLst>
                <a:ext uri="{FF2B5EF4-FFF2-40B4-BE49-F238E27FC236}">
                  <a16:creationId xmlns:a16="http://schemas.microsoft.com/office/drawing/2014/main" id="{554D6233-68BD-E94F-1A23-5E84E371CEA6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9" name="正方形/長方形 388">
              <a:extLst>
                <a:ext uri="{FF2B5EF4-FFF2-40B4-BE49-F238E27FC236}">
                  <a16:creationId xmlns:a16="http://schemas.microsoft.com/office/drawing/2014/main" id="{A68F61A5-D061-07E0-E76D-458D38992678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0" name="正方形/長方形 389">
              <a:extLst>
                <a:ext uri="{FF2B5EF4-FFF2-40B4-BE49-F238E27FC236}">
                  <a16:creationId xmlns:a16="http://schemas.microsoft.com/office/drawing/2014/main" id="{5ED8EABE-8C6C-A170-AF14-C42BF21CFEDA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1" name="正方形/長方形 390">
              <a:extLst>
                <a:ext uri="{FF2B5EF4-FFF2-40B4-BE49-F238E27FC236}">
                  <a16:creationId xmlns:a16="http://schemas.microsoft.com/office/drawing/2014/main" id="{A541E9BD-A21A-0241-92F0-F99A0F9B8F52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2" name="正方形/長方形 391">
              <a:extLst>
                <a:ext uri="{FF2B5EF4-FFF2-40B4-BE49-F238E27FC236}">
                  <a16:creationId xmlns:a16="http://schemas.microsoft.com/office/drawing/2014/main" id="{BFCF862C-902D-C3D4-CE32-84CF53618BE3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3" name="正方形/長方形 392">
              <a:extLst>
                <a:ext uri="{FF2B5EF4-FFF2-40B4-BE49-F238E27FC236}">
                  <a16:creationId xmlns:a16="http://schemas.microsoft.com/office/drawing/2014/main" id="{7B1CB689-BA19-0B42-126E-81381625E90D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4" name="正方形/長方形 393">
              <a:extLst>
                <a:ext uri="{FF2B5EF4-FFF2-40B4-BE49-F238E27FC236}">
                  <a16:creationId xmlns:a16="http://schemas.microsoft.com/office/drawing/2014/main" id="{3AE23D25-ED74-88F9-10EA-F8D998F806AF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5" name="正方形/長方形 394">
              <a:extLst>
                <a:ext uri="{FF2B5EF4-FFF2-40B4-BE49-F238E27FC236}">
                  <a16:creationId xmlns:a16="http://schemas.microsoft.com/office/drawing/2014/main" id="{66A31382-44B3-CD5A-7232-38F7D3EF5845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6" name="正方形/長方形 395">
              <a:extLst>
                <a:ext uri="{FF2B5EF4-FFF2-40B4-BE49-F238E27FC236}">
                  <a16:creationId xmlns:a16="http://schemas.microsoft.com/office/drawing/2014/main" id="{671EDD38-B6D2-5E79-7AC8-7AC07D961152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7" name="正方形/長方形 396">
              <a:extLst>
                <a:ext uri="{FF2B5EF4-FFF2-40B4-BE49-F238E27FC236}">
                  <a16:creationId xmlns:a16="http://schemas.microsoft.com/office/drawing/2014/main" id="{845CF1F7-06C9-5E75-5F9F-AD308B3A23E0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8" name="正方形/長方形 397">
              <a:extLst>
                <a:ext uri="{FF2B5EF4-FFF2-40B4-BE49-F238E27FC236}">
                  <a16:creationId xmlns:a16="http://schemas.microsoft.com/office/drawing/2014/main" id="{2C4882F5-2008-CE48-C574-3A3F543261AB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9" name="正方形/長方形 398">
              <a:extLst>
                <a:ext uri="{FF2B5EF4-FFF2-40B4-BE49-F238E27FC236}">
                  <a16:creationId xmlns:a16="http://schemas.microsoft.com/office/drawing/2014/main" id="{4E9AC7EF-ABB1-3493-F275-165C4A6884AE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0" name="正方形/長方形 399">
              <a:extLst>
                <a:ext uri="{FF2B5EF4-FFF2-40B4-BE49-F238E27FC236}">
                  <a16:creationId xmlns:a16="http://schemas.microsoft.com/office/drawing/2014/main" id="{5FF3C54B-7E19-1D93-40FA-36AB4F514629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1" name="正方形/長方形 400">
              <a:extLst>
                <a:ext uri="{FF2B5EF4-FFF2-40B4-BE49-F238E27FC236}">
                  <a16:creationId xmlns:a16="http://schemas.microsoft.com/office/drawing/2014/main" id="{997FBA7D-F213-C5E3-E209-D6FDAF1F0DFE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2" name="正方形/長方形 401">
              <a:extLst>
                <a:ext uri="{FF2B5EF4-FFF2-40B4-BE49-F238E27FC236}">
                  <a16:creationId xmlns:a16="http://schemas.microsoft.com/office/drawing/2014/main" id="{63CF00C4-27EB-3D35-89B2-D86D77658099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3" name="正方形/長方形 402">
              <a:extLst>
                <a:ext uri="{FF2B5EF4-FFF2-40B4-BE49-F238E27FC236}">
                  <a16:creationId xmlns:a16="http://schemas.microsoft.com/office/drawing/2014/main" id="{D2EAE20D-61FB-1A19-D580-B85248C33D93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4" name="正方形/長方形 403">
              <a:extLst>
                <a:ext uri="{FF2B5EF4-FFF2-40B4-BE49-F238E27FC236}">
                  <a16:creationId xmlns:a16="http://schemas.microsoft.com/office/drawing/2014/main" id="{A6460645-85BA-096E-CDAA-8B0A398304E6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5" name="正方形/長方形 404">
              <a:extLst>
                <a:ext uri="{FF2B5EF4-FFF2-40B4-BE49-F238E27FC236}">
                  <a16:creationId xmlns:a16="http://schemas.microsoft.com/office/drawing/2014/main" id="{A0220135-9052-AB5E-5BA9-B8735795BD6D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6" name="正方形/長方形 405">
              <a:extLst>
                <a:ext uri="{FF2B5EF4-FFF2-40B4-BE49-F238E27FC236}">
                  <a16:creationId xmlns:a16="http://schemas.microsoft.com/office/drawing/2014/main" id="{93F283EB-B970-80AC-2181-2D49F47C310D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7" name="正方形/長方形 406">
              <a:extLst>
                <a:ext uri="{FF2B5EF4-FFF2-40B4-BE49-F238E27FC236}">
                  <a16:creationId xmlns:a16="http://schemas.microsoft.com/office/drawing/2014/main" id="{863CCAE0-F075-D5A9-E2A6-D2019BDE4169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8" name="正方形/長方形 407">
              <a:extLst>
                <a:ext uri="{FF2B5EF4-FFF2-40B4-BE49-F238E27FC236}">
                  <a16:creationId xmlns:a16="http://schemas.microsoft.com/office/drawing/2014/main" id="{91FFA5AC-3598-BADA-9447-041BFB00111E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9" name="正方形/長方形 408">
              <a:extLst>
                <a:ext uri="{FF2B5EF4-FFF2-40B4-BE49-F238E27FC236}">
                  <a16:creationId xmlns:a16="http://schemas.microsoft.com/office/drawing/2014/main" id="{36D0B349-9666-D321-B3C9-1FDC718D747F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0" name="正方形/長方形 409">
              <a:extLst>
                <a:ext uri="{FF2B5EF4-FFF2-40B4-BE49-F238E27FC236}">
                  <a16:creationId xmlns:a16="http://schemas.microsoft.com/office/drawing/2014/main" id="{A219372E-3B9C-2DFF-CDAB-AAEA5E2234BE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1" name="正方形/長方形 410">
              <a:extLst>
                <a:ext uri="{FF2B5EF4-FFF2-40B4-BE49-F238E27FC236}">
                  <a16:creationId xmlns:a16="http://schemas.microsoft.com/office/drawing/2014/main" id="{7916DA26-A18E-3304-8592-5751DCB53A45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2" name="正方形/長方形 411">
              <a:extLst>
                <a:ext uri="{FF2B5EF4-FFF2-40B4-BE49-F238E27FC236}">
                  <a16:creationId xmlns:a16="http://schemas.microsoft.com/office/drawing/2014/main" id="{568B7F44-F9D5-FF95-9ADC-D4E708A3309C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3" name="正方形/長方形 412">
              <a:extLst>
                <a:ext uri="{FF2B5EF4-FFF2-40B4-BE49-F238E27FC236}">
                  <a16:creationId xmlns:a16="http://schemas.microsoft.com/office/drawing/2014/main" id="{5FA98238-2E78-EBC4-1268-107613A2B7A8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4" name="正方形/長方形 413">
              <a:extLst>
                <a:ext uri="{FF2B5EF4-FFF2-40B4-BE49-F238E27FC236}">
                  <a16:creationId xmlns:a16="http://schemas.microsoft.com/office/drawing/2014/main" id="{9F99CF7E-4BB3-D6C5-4671-578707FDD889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5" name="正方形/長方形 414">
              <a:extLst>
                <a:ext uri="{FF2B5EF4-FFF2-40B4-BE49-F238E27FC236}">
                  <a16:creationId xmlns:a16="http://schemas.microsoft.com/office/drawing/2014/main" id="{0BE50C7E-0569-5792-7041-EC055E06F60E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6" name="正方形/長方形 415">
              <a:extLst>
                <a:ext uri="{FF2B5EF4-FFF2-40B4-BE49-F238E27FC236}">
                  <a16:creationId xmlns:a16="http://schemas.microsoft.com/office/drawing/2014/main" id="{B6CD1C0F-4B63-CB54-CF25-F38592797AF8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7" name="正方形/長方形 416">
              <a:extLst>
                <a:ext uri="{FF2B5EF4-FFF2-40B4-BE49-F238E27FC236}">
                  <a16:creationId xmlns:a16="http://schemas.microsoft.com/office/drawing/2014/main" id="{8F8A11D4-610F-AE99-D6C2-480EA65D62B8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8" name="正方形/長方形 417">
              <a:extLst>
                <a:ext uri="{FF2B5EF4-FFF2-40B4-BE49-F238E27FC236}">
                  <a16:creationId xmlns:a16="http://schemas.microsoft.com/office/drawing/2014/main" id="{91E44BC7-4E0B-4722-3119-2BE1DEC7799B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9" name="正方形/長方形 418">
              <a:extLst>
                <a:ext uri="{FF2B5EF4-FFF2-40B4-BE49-F238E27FC236}">
                  <a16:creationId xmlns:a16="http://schemas.microsoft.com/office/drawing/2014/main" id="{06F055D8-73CC-78BC-B90B-405116FB5835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0" name="正方形/長方形 419">
              <a:extLst>
                <a:ext uri="{FF2B5EF4-FFF2-40B4-BE49-F238E27FC236}">
                  <a16:creationId xmlns:a16="http://schemas.microsoft.com/office/drawing/2014/main" id="{E682D3C1-5AE9-8966-8E37-EB6F34F93F10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1" name="正方形/長方形 420">
              <a:extLst>
                <a:ext uri="{FF2B5EF4-FFF2-40B4-BE49-F238E27FC236}">
                  <a16:creationId xmlns:a16="http://schemas.microsoft.com/office/drawing/2014/main" id="{84A64737-F531-4B66-47ED-BED5D30D1455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2" name="正方形/長方形 421">
              <a:extLst>
                <a:ext uri="{FF2B5EF4-FFF2-40B4-BE49-F238E27FC236}">
                  <a16:creationId xmlns:a16="http://schemas.microsoft.com/office/drawing/2014/main" id="{2DE40BE9-1492-88BE-7652-7B8DE5ECA6AB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3" name="正方形/長方形 422">
              <a:extLst>
                <a:ext uri="{FF2B5EF4-FFF2-40B4-BE49-F238E27FC236}">
                  <a16:creationId xmlns:a16="http://schemas.microsoft.com/office/drawing/2014/main" id="{C2CF90BE-C9E0-97EF-D4BE-F7B77F43CA6E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4" name="正方形/長方形 423">
              <a:extLst>
                <a:ext uri="{FF2B5EF4-FFF2-40B4-BE49-F238E27FC236}">
                  <a16:creationId xmlns:a16="http://schemas.microsoft.com/office/drawing/2014/main" id="{6AC9648C-0274-F684-82C4-9515EF0FB4A5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5" name="正方形/長方形 424">
              <a:extLst>
                <a:ext uri="{FF2B5EF4-FFF2-40B4-BE49-F238E27FC236}">
                  <a16:creationId xmlns:a16="http://schemas.microsoft.com/office/drawing/2014/main" id="{7257107F-BBB0-6F34-0266-1FFE95259376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6" name="正方形/長方形 425">
              <a:extLst>
                <a:ext uri="{FF2B5EF4-FFF2-40B4-BE49-F238E27FC236}">
                  <a16:creationId xmlns:a16="http://schemas.microsoft.com/office/drawing/2014/main" id="{239B1E05-5081-B4FF-C76D-26BEFF8638E9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7" name="正方形/長方形 426">
              <a:extLst>
                <a:ext uri="{FF2B5EF4-FFF2-40B4-BE49-F238E27FC236}">
                  <a16:creationId xmlns:a16="http://schemas.microsoft.com/office/drawing/2014/main" id="{FA8E26A8-C474-DE06-0729-303F18C262F1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8" name="正方形/長方形 427">
              <a:extLst>
                <a:ext uri="{FF2B5EF4-FFF2-40B4-BE49-F238E27FC236}">
                  <a16:creationId xmlns:a16="http://schemas.microsoft.com/office/drawing/2014/main" id="{4D4C666C-6598-211E-ED75-FAB112068269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9" name="正方形/長方形 428">
              <a:extLst>
                <a:ext uri="{FF2B5EF4-FFF2-40B4-BE49-F238E27FC236}">
                  <a16:creationId xmlns:a16="http://schemas.microsoft.com/office/drawing/2014/main" id="{5CF7F100-AB3F-EBDD-885B-A6DBB7A2D414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0" name="正方形/長方形 429">
              <a:extLst>
                <a:ext uri="{FF2B5EF4-FFF2-40B4-BE49-F238E27FC236}">
                  <a16:creationId xmlns:a16="http://schemas.microsoft.com/office/drawing/2014/main" id="{A1D963E7-36A8-9E75-EF11-A1159C2A0C46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1" name="正方形/長方形 430">
              <a:extLst>
                <a:ext uri="{FF2B5EF4-FFF2-40B4-BE49-F238E27FC236}">
                  <a16:creationId xmlns:a16="http://schemas.microsoft.com/office/drawing/2014/main" id="{41FD5931-1870-D0BD-5ECA-DDD00DF3DF3F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2" name="正方形/長方形 431">
              <a:extLst>
                <a:ext uri="{FF2B5EF4-FFF2-40B4-BE49-F238E27FC236}">
                  <a16:creationId xmlns:a16="http://schemas.microsoft.com/office/drawing/2014/main" id="{04B2EB9C-F3F8-DC24-9AEF-E7B960405977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3" name="正方形/長方形 432">
              <a:extLst>
                <a:ext uri="{FF2B5EF4-FFF2-40B4-BE49-F238E27FC236}">
                  <a16:creationId xmlns:a16="http://schemas.microsoft.com/office/drawing/2014/main" id="{4EFD075A-7AB2-8BD7-3D9E-34301A6FEB06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4" name="正方形/長方形 433">
              <a:extLst>
                <a:ext uri="{FF2B5EF4-FFF2-40B4-BE49-F238E27FC236}">
                  <a16:creationId xmlns:a16="http://schemas.microsoft.com/office/drawing/2014/main" id="{E3ACC401-98A9-58C7-5B2D-9223092A8974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5" name="正方形/長方形 434">
              <a:extLst>
                <a:ext uri="{FF2B5EF4-FFF2-40B4-BE49-F238E27FC236}">
                  <a16:creationId xmlns:a16="http://schemas.microsoft.com/office/drawing/2014/main" id="{8DC618B6-F318-8162-2FC7-034EA062305A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6" name="正方形/長方形 435">
              <a:extLst>
                <a:ext uri="{FF2B5EF4-FFF2-40B4-BE49-F238E27FC236}">
                  <a16:creationId xmlns:a16="http://schemas.microsoft.com/office/drawing/2014/main" id="{4FFDAED2-E241-F3E1-1BFA-0A5CC6880932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7" name="正方形/長方形 436">
              <a:extLst>
                <a:ext uri="{FF2B5EF4-FFF2-40B4-BE49-F238E27FC236}">
                  <a16:creationId xmlns:a16="http://schemas.microsoft.com/office/drawing/2014/main" id="{FD81259B-8354-BDA9-512C-BF25667C55F3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8" name="正方形/長方形 437">
              <a:extLst>
                <a:ext uri="{FF2B5EF4-FFF2-40B4-BE49-F238E27FC236}">
                  <a16:creationId xmlns:a16="http://schemas.microsoft.com/office/drawing/2014/main" id="{F44678BE-176B-1F56-F140-51405DEFA93A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9" name="正方形/長方形 438">
              <a:extLst>
                <a:ext uri="{FF2B5EF4-FFF2-40B4-BE49-F238E27FC236}">
                  <a16:creationId xmlns:a16="http://schemas.microsoft.com/office/drawing/2014/main" id="{851A0B08-6DC6-A9B9-FBC8-F1BD55F57DB1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0" name="正方形/長方形 439">
              <a:extLst>
                <a:ext uri="{FF2B5EF4-FFF2-40B4-BE49-F238E27FC236}">
                  <a16:creationId xmlns:a16="http://schemas.microsoft.com/office/drawing/2014/main" id="{7A527319-2518-D486-C237-FB12AE038ADB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1" name="正方形/長方形 440">
              <a:extLst>
                <a:ext uri="{FF2B5EF4-FFF2-40B4-BE49-F238E27FC236}">
                  <a16:creationId xmlns:a16="http://schemas.microsoft.com/office/drawing/2014/main" id="{1E8B0413-1CB6-3F99-720C-54389BA56AB5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2" name="正方形/長方形 441">
              <a:extLst>
                <a:ext uri="{FF2B5EF4-FFF2-40B4-BE49-F238E27FC236}">
                  <a16:creationId xmlns:a16="http://schemas.microsoft.com/office/drawing/2014/main" id="{BFB1404A-5BF2-5914-D188-D56B7E8DB7E0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3" name="正方形/長方形 442">
              <a:extLst>
                <a:ext uri="{FF2B5EF4-FFF2-40B4-BE49-F238E27FC236}">
                  <a16:creationId xmlns:a16="http://schemas.microsoft.com/office/drawing/2014/main" id="{02081C75-1FAD-E6B7-69A9-71073FA83EB1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48" name="グループ化 547">
            <a:extLst>
              <a:ext uri="{FF2B5EF4-FFF2-40B4-BE49-F238E27FC236}">
                <a16:creationId xmlns:a16="http://schemas.microsoft.com/office/drawing/2014/main" id="{F711F701-014D-D396-16D6-12DAA4A323A6}"/>
              </a:ext>
            </a:extLst>
          </p:cNvPr>
          <p:cNvGrpSpPr/>
          <p:nvPr/>
        </p:nvGrpSpPr>
        <p:grpSpPr>
          <a:xfrm>
            <a:off x="-190128" y="4669003"/>
            <a:ext cx="2195592" cy="2188997"/>
            <a:chOff x="1387203" y="2001633"/>
            <a:chExt cx="3726884" cy="3792015"/>
          </a:xfrm>
        </p:grpSpPr>
        <p:sp>
          <p:nvSpPr>
            <p:cNvPr id="549" name="正方形/長方形 548">
              <a:extLst>
                <a:ext uri="{FF2B5EF4-FFF2-40B4-BE49-F238E27FC236}">
                  <a16:creationId xmlns:a16="http://schemas.microsoft.com/office/drawing/2014/main" id="{242AA672-D4DF-7013-04DE-A974E5BAFA41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0" name="正方形/長方形 549">
              <a:extLst>
                <a:ext uri="{FF2B5EF4-FFF2-40B4-BE49-F238E27FC236}">
                  <a16:creationId xmlns:a16="http://schemas.microsoft.com/office/drawing/2014/main" id="{524989AE-4B92-A930-5E9B-3B4E6F647048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1" name="正方形/長方形 550">
              <a:extLst>
                <a:ext uri="{FF2B5EF4-FFF2-40B4-BE49-F238E27FC236}">
                  <a16:creationId xmlns:a16="http://schemas.microsoft.com/office/drawing/2014/main" id="{3C3F484C-AEE2-A89D-8202-F8900FD1AF8F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2" name="正方形/長方形 551">
              <a:extLst>
                <a:ext uri="{FF2B5EF4-FFF2-40B4-BE49-F238E27FC236}">
                  <a16:creationId xmlns:a16="http://schemas.microsoft.com/office/drawing/2014/main" id="{81C634A6-9F77-2072-FEB4-AB02A33556E3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3" name="正方形/長方形 552">
              <a:extLst>
                <a:ext uri="{FF2B5EF4-FFF2-40B4-BE49-F238E27FC236}">
                  <a16:creationId xmlns:a16="http://schemas.microsoft.com/office/drawing/2014/main" id="{7FA299EF-3E73-1A66-FB92-2B1817B1C07A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4" name="正方形/長方形 553">
              <a:extLst>
                <a:ext uri="{FF2B5EF4-FFF2-40B4-BE49-F238E27FC236}">
                  <a16:creationId xmlns:a16="http://schemas.microsoft.com/office/drawing/2014/main" id="{93684E5B-5D46-ED67-E65C-0D99E3CB23D2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5" name="正方形/長方形 554">
              <a:extLst>
                <a:ext uri="{FF2B5EF4-FFF2-40B4-BE49-F238E27FC236}">
                  <a16:creationId xmlns:a16="http://schemas.microsoft.com/office/drawing/2014/main" id="{0D3067BE-E924-D14C-DDE2-DB777ED503D8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6" name="正方形/長方形 555">
              <a:extLst>
                <a:ext uri="{FF2B5EF4-FFF2-40B4-BE49-F238E27FC236}">
                  <a16:creationId xmlns:a16="http://schemas.microsoft.com/office/drawing/2014/main" id="{7C9C4946-236E-4DF5-C731-D5B1B033629E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7" name="正方形/長方形 556">
              <a:extLst>
                <a:ext uri="{FF2B5EF4-FFF2-40B4-BE49-F238E27FC236}">
                  <a16:creationId xmlns:a16="http://schemas.microsoft.com/office/drawing/2014/main" id="{C55EE2B1-920D-67C7-8FC9-D160D0448829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8" name="正方形/長方形 557">
              <a:extLst>
                <a:ext uri="{FF2B5EF4-FFF2-40B4-BE49-F238E27FC236}">
                  <a16:creationId xmlns:a16="http://schemas.microsoft.com/office/drawing/2014/main" id="{3F00F51E-493E-3A6A-366C-B873A20A0FEE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9" name="正方形/長方形 558">
              <a:extLst>
                <a:ext uri="{FF2B5EF4-FFF2-40B4-BE49-F238E27FC236}">
                  <a16:creationId xmlns:a16="http://schemas.microsoft.com/office/drawing/2014/main" id="{7919B1B8-D85C-FF7E-D805-5FB00CD92D41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0" name="正方形/長方形 559">
              <a:extLst>
                <a:ext uri="{FF2B5EF4-FFF2-40B4-BE49-F238E27FC236}">
                  <a16:creationId xmlns:a16="http://schemas.microsoft.com/office/drawing/2014/main" id="{D2BE3625-C242-6397-FDA4-B84C3BB5F991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1" name="正方形/長方形 560">
              <a:extLst>
                <a:ext uri="{FF2B5EF4-FFF2-40B4-BE49-F238E27FC236}">
                  <a16:creationId xmlns:a16="http://schemas.microsoft.com/office/drawing/2014/main" id="{0CB6D8AD-E5AE-F762-7A9E-E60D6F175FFC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2" name="正方形/長方形 561">
              <a:extLst>
                <a:ext uri="{FF2B5EF4-FFF2-40B4-BE49-F238E27FC236}">
                  <a16:creationId xmlns:a16="http://schemas.microsoft.com/office/drawing/2014/main" id="{F6851D2E-ECD2-F94A-C671-C837388C18F3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3" name="正方形/長方形 562">
              <a:extLst>
                <a:ext uri="{FF2B5EF4-FFF2-40B4-BE49-F238E27FC236}">
                  <a16:creationId xmlns:a16="http://schemas.microsoft.com/office/drawing/2014/main" id="{EF119ED9-FE1A-25B8-6B4D-50F08A926AB3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4" name="正方形/長方形 563">
              <a:extLst>
                <a:ext uri="{FF2B5EF4-FFF2-40B4-BE49-F238E27FC236}">
                  <a16:creationId xmlns:a16="http://schemas.microsoft.com/office/drawing/2014/main" id="{63A963E3-2606-0935-9DFC-B65723B1E764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5" name="正方形/長方形 564">
              <a:extLst>
                <a:ext uri="{FF2B5EF4-FFF2-40B4-BE49-F238E27FC236}">
                  <a16:creationId xmlns:a16="http://schemas.microsoft.com/office/drawing/2014/main" id="{77946D10-FDB1-F5D6-E231-F092C60CD83B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6" name="正方形/長方形 565">
              <a:extLst>
                <a:ext uri="{FF2B5EF4-FFF2-40B4-BE49-F238E27FC236}">
                  <a16:creationId xmlns:a16="http://schemas.microsoft.com/office/drawing/2014/main" id="{D129B6C7-A240-91AF-72D4-BC5D66D131BB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7" name="正方形/長方形 566">
              <a:extLst>
                <a:ext uri="{FF2B5EF4-FFF2-40B4-BE49-F238E27FC236}">
                  <a16:creationId xmlns:a16="http://schemas.microsoft.com/office/drawing/2014/main" id="{51392B05-F531-B5E0-83A9-22619C439823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8" name="正方形/長方形 567">
              <a:extLst>
                <a:ext uri="{FF2B5EF4-FFF2-40B4-BE49-F238E27FC236}">
                  <a16:creationId xmlns:a16="http://schemas.microsoft.com/office/drawing/2014/main" id="{0808EA31-CF02-2337-14E0-C0EB46717689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9" name="正方形/長方形 568">
              <a:extLst>
                <a:ext uri="{FF2B5EF4-FFF2-40B4-BE49-F238E27FC236}">
                  <a16:creationId xmlns:a16="http://schemas.microsoft.com/office/drawing/2014/main" id="{7D90666B-2CCF-619C-B3AA-E5A13B7B77B2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0" name="正方形/長方形 569">
              <a:extLst>
                <a:ext uri="{FF2B5EF4-FFF2-40B4-BE49-F238E27FC236}">
                  <a16:creationId xmlns:a16="http://schemas.microsoft.com/office/drawing/2014/main" id="{6BB81546-05B7-BC27-59A0-38D31CF2DC18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1" name="正方形/長方形 570">
              <a:extLst>
                <a:ext uri="{FF2B5EF4-FFF2-40B4-BE49-F238E27FC236}">
                  <a16:creationId xmlns:a16="http://schemas.microsoft.com/office/drawing/2014/main" id="{9323E385-F5DC-F884-B16B-B60230665384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2" name="正方形/長方形 571">
              <a:extLst>
                <a:ext uri="{FF2B5EF4-FFF2-40B4-BE49-F238E27FC236}">
                  <a16:creationId xmlns:a16="http://schemas.microsoft.com/office/drawing/2014/main" id="{49B8DD28-6AAC-6AA3-5300-D057C08465BF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3" name="正方形/長方形 572">
              <a:extLst>
                <a:ext uri="{FF2B5EF4-FFF2-40B4-BE49-F238E27FC236}">
                  <a16:creationId xmlns:a16="http://schemas.microsoft.com/office/drawing/2014/main" id="{A954FFBB-CF85-1732-82E8-AE80C5C091EA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4" name="正方形/長方形 573">
              <a:extLst>
                <a:ext uri="{FF2B5EF4-FFF2-40B4-BE49-F238E27FC236}">
                  <a16:creationId xmlns:a16="http://schemas.microsoft.com/office/drawing/2014/main" id="{834BE391-9D13-28A2-6DE8-82A097C88445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5" name="正方形/長方形 574">
              <a:extLst>
                <a:ext uri="{FF2B5EF4-FFF2-40B4-BE49-F238E27FC236}">
                  <a16:creationId xmlns:a16="http://schemas.microsoft.com/office/drawing/2014/main" id="{92109B6E-72D5-C887-4C57-2BEAC457CBD0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6" name="正方形/長方形 575">
              <a:extLst>
                <a:ext uri="{FF2B5EF4-FFF2-40B4-BE49-F238E27FC236}">
                  <a16:creationId xmlns:a16="http://schemas.microsoft.com/office/drawing/2014/main" id="{FDFEEB09-4D2A-8BC1-BEAB-ED8C938A201A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7" name="正方形/長方形 576">
              <a:extLst>
                <a:ext uri="{FF2B5EF4-FFF2-40B4-BE49-F238E27FC236}">
                  <a16:creationId xmlns:a16="http://schemas.microsoft.com/office/drawing/2014/main" id="{244183F5-8857-6699-1C07-1048FE631887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8" name="正方形/長方形 577">
              <a:extLst>
                <a:ext uri="{FF2B5EF4-FFF2-40B4-BE49-F238E27FC236}">
                  <a16:creationId xmlns:a16="http://schemas.microsoft.com/office/drawing/2014/main" id="{879DC9FC-B621-81FC-E17D-E10F83C71C84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9" name="正方形/長方形 578">
              <a:extLst>
                <a:ext uri="{FF2B5EF4-FFF2-40B4-BE49-F238E27FC236}">
                  <a16:creationId xmlns:a16="http://schemas.microsoft.com/office/drawing/2014/main" id="{E755B1AD-D1EE-821D-D5AD-12F999AB629D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0" name="正方形/長方形 579">
              <a:extLst>
                <a:ext uri="{FF2B5EF4-FFF2-40B4-BE49-F238E27FC236}">
                  <a16:creationId xmlns:a16="http://schemas.microsoft.com/office/drawing/2014/main" id="{50D22E46-14A0-F5CD-21A1-FD4F880F85B8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1" name="正方形/長方形 580">
              <a:extLst>
                <a:ext uri="{FF2B5EF4-FFF2-40B4-BE49-F238E27FC236}">
                  <a16:creationId xmlns:a16="http://schemas.microsoft.com/office/drawing/2014/main" id="{1269BFE7-AADE-DAB3-2BE0-2A5279640BE6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2" name="正方形/長方形 581">
              <a:extLst>
                <a:ext uri="{FF2B5EF4-FFF2-40B4-BE49-F238E27FC236}">
                  <a16:creationId xmlns:a16="http://schemas.microsoft.com/office/drawing/2014/main" id="{A781629C-E15E-529A-F04B-71FB8D85E04B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3" name="正方形/長方形 582">
              <a:extLst>
                <a:ext uri="{FF2B5EF4-FFF2-40B4-BE49-F238E27FC236}">
                  <a16:creationId xmlns:a16="http://schemas.microsoft.com/office/drawing/2014/main" id="{5337C339-CD82-730A-9389-CCDABE1FD55E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4" name="正方形/長方形 583">
              <a:extLst>
                <a:ext uri="{FF2B5EF4-FFF2-40B4-BE49-F238E27FC236}">
                  <a16:creationId xmlns:a16="http://schemas.microsoft.com/office/drawing/2014/main" id="{29908197-FEF7-3FF7-B26F-7DC9A3DB71D4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5" name="正方形/長方形 584">
              <a:extLst>
                <a:ext uri="{FF2B5EF4-FFF2-40B4-BE49-F238E27FC236}">
                  <a16:creationId xmlns:a16="http://schemas.microsoft.com/office/drawing/2014/main" id="{BD514D4C-713E-14D3-AC4A-C2A0D8E4B3EE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6" name="正方形/長方形 585">
              <a:extLst>
                <a:ext uri="{FF2B5EF4-FFF2-40B4-BE49-F238E27FC236}">
                  <a16:creationId xmlns:a16="http://schemas.microsoft.com/office/drawing/2014/main" id="{5126AD45-CD59-7B3C-CC4B-D4B6BE710CFF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7" name="正方形/長方形 586">
              <a:extLst>
                <a:ext uri="{FF2B5EF4-FFF2-40B4-BE49-F238E27FC236}">
                  <a16:creationId xmlns:a16="http://schemas.microsoft.com/office/drawing/2014/main" id="{59168D3E-F542-3D65-8C3B-84A70E2B22D9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8" name="正方形/長方形 587">
              <a:extLst>
                <a:ext uri="{FF2B5EF4-FFF2-40B4-BE49-F238E27FC236}">
                  <a16:creationId xmlns:a16="http://schemas.microsoft.com/office/drawing/2014/main" id="{2EE57A17-C6F9-34D3-52C1-55DFBE89FD5A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9" name="正方形/長方形 588">
              <a:extLst>
                <a:ext uri="{FF2B5EF4-FFF2-40B4-BE49-F238E27FC236}">
                  <a16:creationId xmlns:a16="http://schemas.microsoft.com/office/drawing/2014/main" id="{28466242-1167-1916-45EC-A7CD03E7C7F3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0" name="正方形/長方形 589">
              <a:extLst>
                <a:ext uri="{FF2B5EF4-FFF2-40B4-BE49-F238E27FC236}">
                  <a16:creationId xmlns:a16="http://schemas.microsoft.com/office/drawing/2014/main" id="{4F33A9DF-2CA9-277B-E748-16D61F75DD35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1" name="正方形/長方形 590">
              <a:extLst>
                <a:ext uri="{FF2B5EF4-FFF2-40B4-BE49-F238E27FC236}">
                  <a16:creationId xmlns:a16="http://schemas.microsoft.com/office/drawing/2014/main" id="{D0227F62-D945-1F39-1BFC-316E81F29A1A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2" name="正方形/長方形 591">
              <a:extLst>
                <a:ext uri="{FF2B5EF4-FFF2-40B4-BE49-F238E27FC236}">
                  <a16:creationId xmlns:a16="http://schemas.microsoft.com/office/drawing/2014/main" id="{E202849D-29C5-2D19-51B7-EFDDE944D99D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3" name="正方形/長方形 592">
              <a:extLst>
                <a:ext uri="{FF2B5EF4-FFF2-40B4-BE49-F238E27FC236}">
                  <a16:creationId xmlns:a16="http://schemas.microsoft.com/office/drawing/2014/main" id="{D95AFC17-50D6-0A9C-FBCA-AE414B990FE7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4" name="正方形/長方形 593">
              <a:extLst>
                <a:ext uri="{FF2B5EF4-FFF2-40B4-BE49-F238E27FC236}">
                  <a16:creationId xmlns:a16="http://schemas.microsoft.com/office/drawing/2014/main" id="{FE719022-2616-06EF-0A12-EBDC8A994E9C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5" name="正方形/長方形 594">
              <a:extLst>
                <a:ext uri="{FF2B5EF4-FFF2-40B4-BE49-F238E27FC236}">
                  <a16:creationId xmlns:a16="http://schemas.microsoft.com/office/drawing/2014/main" id="{30ECE458-FDBE-1B54-9D59-1B2D7990AAF4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6" name="正方形/長方形 595">
              <a:extLst>
                <a:ext uri="{FF2B5EF4-FFF2-40B4-BE49-F238E27FC236}">
                  <a16:creationId xmlns:a16="http://schemas.microsoft.com/office/drawing/2014/main" id="{B5D4993A-500D-1EEF-F65B-2FC215F5BBA1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7" name="正方形/長方形 596">
              <a:extLst>
                <a:ext uri="{FF2B5EF4-FFF2-40B4-BE49-F238E27FC236}">
                  <a16:creationId xmlns:a16="http://schemas.microsoft.com/office/drawing/2014/main" id="{55EAB31D-9E6C-DAD2-8499-A283AB9A5FBB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8" name="正方形/長方形 597">
              <a:extLst>
                <a:ext uri="{FF2B5EF4-FFF2-40B4-BE49-F238E27FC236}">
                  <a16:creationId xmlns:a16="http://schemas.microsoft.com/office/drawing/2014/main" id="{888330DE-E2D8-2D55-49DF-3D1DDA54BC79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9" name="正方形/長方形 598">
              <a:extLst>
                <a:ext uri="{FF2B5EF4-FFF2-40B4-BE49-F238E27FC236}">
                  <a16:creationId xmlns:a16="http://schemas.microsoft.com/office/drawing/2014/main" id="{0E584F33-3986-646D-BA9F-F5F990BE8139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0" name="正方形/長方形 599">
              <a:extLst>
                <a:ext uri="{FF2B5EF4-FFF2-40B4-BE49-F238E27FC236}">
                  <a16:creationId xmlns:a16="http://schemas.microsoft.com/office/drawing/2014/main" id="{3F6C84F0-4570-4E46-E0C0-81EF8EE0AB7E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1" name="正方形/長方形 600">
              <a:extLst>
                <a:ext uri="{FF2B5EF4-FFF2-40B4-BE49-F238E27FC236}">
                  <a16:creationId xmlns:a16="http://schemas.microsoft.com/office/drawing/2014/main" id="{A6A078FF-E1CF-F255-34D4-14FD012C42BA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2" name="正方形/長方形 601">
              <a:extLst>
                <a:ext uri="{FF2B5EF4-FFF2-40B4-BE49-F238E27FC236}">
                  <a16:creationId xmlns:a16="http://schemas.microsoft.com/office/drawing/2014/main" id="{09570077-C825-BBC9-95B3-E37C0CA4EEF6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3" name="正方形/長方形 602">
              <a:extLst>
                <a:ext uri="{FF2B5EF4-FFF2-40B4-BE49-F238E27FC236}">
                  <a16:creationId xmlns:a16="http://schemas.microsoft.com/office/drawing/2014/main" id="{18A2B660-9832-A3B0-8C2F-3B330694D4F4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4" name="正方形/長方形 603">
              <a:extLst>
                <a:ext uri="{FF2B5EF4-FFF2-40B4-BE49-F238E27FC236}">
                  <a16:creationId xmlns:a16="http://schemas.microsoft.com/office/drawing/2014/main" id="{C24891D7-9FBB-B9D4-20E7-2A8E079F703E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5" name="正方形/長方形 604">
              <a:extLst>
                <a:ext uri="{FF2B5EF4-FFF2-40B4-BE49-F238E27FC236}">
                  <a16:creationId xmlns:a16="http://schemas.microsoft.com/office/drawing/2014/main" id="{28AD2721-9CAD-4B0C-4373-ADFC01E2A8F3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6" name="正方形/長方形 605">
              <a:extLst>
                <a:ext uri="{FF2B5EF4-FFF2-40B4-BE49-F238E27FC236}">
                  <a16:creationId xmlns:a16="http://schemas.microsoft.com/office/drawing/2014/main" id="{BD329CCF-6545-DF5A-2521-70C12FB2A50E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7" name="正方形/長方形 606">
              <a:extLst>
                <a:ext uri="{FF2B5EF4-FFF2-40B4-BE49-F238E27FC236}">
                  <a16:creationId xmlns:a16="http://schemas.microsoft.com/office/drawing/2014/main" id="{932E4E74-73DE-8599-2072-D733F1546626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8" name="正方形/長方形 607">
              <a:extLst>
                <a:ext uri="{FF2B5EF4-FFF2-40B4-BE49-F238E27FC236}">
                  <a16:creationId xmlns:a16="http://schemas.microsoft.com/office/drawing/2014/main" id="{1A883022-F6F6-09CC-AD63-0AC9E260D7B8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9" name="正方形/長方形 608">
              <a:extLst>
                <a:ext uri="{FF2B5EF4-FFF2-40B4-BE49-F238E27FC236}">
                  <a16:creationId xmlns:a16="http://schemas.microsoft.com/office/drawing/2014/main" id="{AE017126-94F0-6FF8-BDB4-579D60670452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0" name="正方形/長方形 609">
              <a:extLst>
                <a:ext uri="{FF2B5EF4-FFF2-40B4-BE49-F238E27FC236}">
                  <a16:creationId xmlns:a16="http://schemas.microsoft.com/office/drawing/2014/main" id="{1B7EE5FC-8C53-3D1B-8C63-E142DB7206B8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1" name="正方形/長方形 610">
              <a:extLst>
                <a:ext uri="{FF2B5EF4-FFF2-40B4-BE49-F238E27FC236}">
                  <a16:creationId xmlns:a16="http://schemas.microsoft.com/office/drawing/2014/main" id="{7DD4773D-0AFE-4F67-FCC2-C28B63843439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2" name="正方形/長方形 611">
              <a:extLst>
                <a:ext uri="{FF2B5EF4-FFF2-40B4-BE49-F238E27FC236}">
                  <a16:creationId xmlns:a16="http://schemas.microsoft.com/office/drawing/2014/main" id="{250E9C1B-913B-B547-C6D4-6DE6302B6154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3" name="正方形/長方形 612">
              <a:extLst>
                <a:ext uri="{FF2B5EF4-FFF2-40B4-BE49-F238E27FC236}">
                  <a16:creationId xmlns:a16="http://schemas.microsoft.com/office/drawing/2014/main" id="{A8CFB3B6-B904-C215-4243-B2181E313EB0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4" name="正方形/長方形 613">
              <a:extLst>
                <a:ext uri="{FF2B5EF4-FFF2-40B4-BE49-F238E27FC236}">
                  <a16:creationId xmlns:a16="http://schemas.microsoft.com/office/drawing/2014/main" id="{25AEE989-4E20-0961-F1F3-811E87F11365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5" name="正方形/長方形 614">
              <a:extLst>
                <a:ext uri="{FF2B5EF4-FFF2-40B4-BE49-F238E27FC236}">
                  <a16:creationId xmlns:a16="http://schemas.microsoft.com/office/drawing/2014/main" id="{15E0F85E-53F1-6805-EEE9-3CB490465771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6" name="正方形/長方形 615">
              <a:extLst>
                <a:ext uri="{FF2B5EF4-FFF2-40B4-BE49-F238E27FC236}">
                  <a16:creationId xmlns:a16="http://schemas.microsoft.com/office/drawing/2014/main" id="{3E42FC52-1783-C0AA-2EEE-C6C7A5EF9C7D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7" name="正方形/長方形 616">
              <a:extLst>
                <a:ext uri="{FF2B5EF4-FFF2-40B4-BE49-F238E27FC236}">
                  <a16:creationId xmlns:a16="http://schemas.microsoft.com/office/drawing/2014/main" id="{5335BE11-4CB8-A603-1577-B9510B67517E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8" name="正方形/長方形 617">
              <a:extLst>
                <a:ext uri="{FF2B5EF4-FFF2-40B4-BE49-F238E27FC236}">
                  <a16:creationId xmlns:a16="http://schemas.microsoft.com/office/drawing/2014/main" id="{E6C6DE34-B342-031A-38C3-50C20122F2AD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9" name="正方形/長方形 618">
              <a:extLst>
                <a:ext uri="{FF2B5EF4-FFF2-40B4-BE49-F238E27FC236}">
                  <a16:creationId xmlns:a16="http://schemas.microsoft.com/office/drawing/2014/main" id="{96D75F11-6DCE-F9B0-FABD-D569C9475351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0" name="正方形/長方形 619">
              <a:extLst>
                <a:ext uri="{FF2B5EF4-FFF2-40B4-BE49-F238E27FC236}">
                  <a16:creationId xmlns:a16="http://schemas.microsoft.com/office/drawing/2014/main" id="{A337FCF5-E34E-5909-E8B1-976F200A459D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1" name="正方形/長方形 620">
              <a:extLst>
                <a:ext uri="{FF2B5EF4-FFF2-40B4-BE49-F238E27FC236}">
                  <a16:creationId xmlns:a16="http://schemas.microsoft.com/office/drawing/2014/main" id="{E602CA30-3190-91F5-9773-97DF83E3A19D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2" name="正方形/長方形 621">
              <a:extLst>
                <a:ext uri="{FF2B5EF4-FFF2-40B4-BE49-F238E27FC236}">
                  <a16:creationId xmlns:a16="http://schemas.microsoft.com/office/drawing/2014/main" id="{07A24837-AEA3-3AD2-ADFD-90C257D39C36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3" name="正方形/長方形 622">
              <a:extLst>
                <a:ext uri="{FF2B5EF4-FFF2-40B4-BE49-F238E27FC236}">
                  <a16:creationId xmlns:a16="http://schemas.microsoft.com/office/drawing/2014/main" id="{92378AD8-16CF-D953-CB3B-2667AF5AAB99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4" name="正方形/長方形 623">
              <a:extLst>
                <a:ext uri="{FF2B5EF4-FFF2-40B4-BE49-F238E27FC236}">
                  <a16:creationId xmlns:a16="http://schemas.microsoft.com/office/drawing/2014/main" id="{5F4A7BC9-CB9F-6D5E-839D-1AE4BF207059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5" name="正方形/長方形 624">
              <a:extLst>
                <a:ext uri="{FF2B5EF4-FFF2-40B4-BE49-F238E27FC236}">
                  <a16:creationId xmlns:a16="http://schemas.microsoft.com/office/drawing/2014/main" id="{32963523-8A68-883A-DBC0-05486AC6AE2B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6" name="正方形/長方形 625">
              <a:extLst>
                <a:ext uri="{FF2B5EF4-FFF2-40B4-BE49-F238E27FC236}">
                  <a16:creationId xmlns:a16="http://schemas.microsoft.com/office/drawing/2014/main" id="{9FD38EB0-FE7E-D527-D0DE-B204E1E58859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7" name="正方形/長方形 626">
              <a:extLst>
                <a:ext uri="{FF2B5EF4-FFF2-40B4-BE49-F238E27FC236}">
                  <a16:creationId xmlns:a16="http://schemas.microsoft.com/office/drawing/2014/main" id="{6605C821-02F1-E9D2-B36D-6ACC55A4D802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8" name="正方形/長方形 627">
              <a:extLst>
                <a:ext uri="{FF2B5EF4-FFF2-40B4-BE49-F238E27FC236}">
                  <a16:creationId xmlns:a16="http://schemas.microsoft.com/office/drawing/2014/main" id="{C7F84AE9-B775-9B24-E43B-C18855BAC2A4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9" name="正方形/長方形 628">
              <a:extLst>
                <a:ext uri="{FF2B5EF4-FFF2-40B4-BE49-F238E27FC236}">
                  <a16:creationId xmlns:a16="http://schemas.microsoft.com/office/drawing/2014/main" id="{49F10906-F9F5-900F-CB6D-2533FCE16865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0" name="正方形/長方形 629">
              <a:extLst>
                <a:ext uri="{FF2B5EF4-FFF2-40B4-BE49-F238E27FC236}">
                  <a16:creationId xmlns:a16="http://schemas.microsoft.com/office/drawing/2014/main" id="{3634B6DF-A858-F70D-57D8-7677BE962D57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1" name="正方形/長方形 630">
              <a:extLst>
                <a:ext uri="{FF2B5EF4-FFF2-40B4-BE49-F238E27FC236}">
                  <a16:creationId xmlns:a16="http://schemas.microsoft.com/office/drawing/2014/main" id="{EB0C32AE-5197-ABBD-2450-472911A70977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2" name="正方形/長方形 631">
              <a:extLst>
                <a:ext uri="{FF2B5EF4-FFF2-40B4-BE49-F238E27FC236}">
                  <a16:creationId xmlns:a16="http://schemas.microsoft.com/office/drawing/2014/main" id="{EFDE76E3-2027-CD5F-06A9-61F876E5F208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3" name="正方形/長方形 632">
              <a:extLst>
                <a:ext uri="{FF2B5EF4-FFF2-40B4-BE49-F238E27FC236}">
                  <a16:creationId xmlns:a16="http://schemas.microsoft.com/office/drawing/2014/main" id="{E77D78DA-2506-8982-2F16-55A348C7BC6A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4" name="正方形/長方形 633">
              <a:extLst>
                <a:ext uri="{FF2B5EF4-FFF2-40B4-BE49-F238E27FC236}">
                  <a16:creationId xmlns:a16="http://schemas.microsoft.com/office/drawing/2014/main" id="{F0AF5B45-D095-508C-78EE-677723E04E15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5" name="正方形/長方形 634">
              <a:extLst>
                <a:ext uri="{FF2B5EF4-FFF2-40B4-BE49-F238E27FC236}">
                  <a16:creationId xmlns:a16="http://schemas.microsoft.com/office/drawing/2014/main" id="{E02CEC49-3E13-117E-7B81-76418827F753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6" name="正方形/長方形 635">
              <a:extLst>
                <a:ext uri="{FF2B5EF4-FFF2-40B4-BE49-F238E27FC236}">
                  <a16:creationId xmlns:a16="http://schemas.microsoft.com/office/drawing/2014/main" id="{5F860839-E612-C037-3ED2-7C4ECA78D188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7" name="正方形/長方形 636">
              <a:extLst>
                <a:ext uri="{FF2B5EF4-FFF2-40B4-BE49-F238E27FC236}">
                  <a16:creationId xmlns:a16="http://schemas.microsoft.com/office/drawing/2014/main" id="{69301E31-2450-6098-26E1-FB93A5D3EC39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8" name="正方形/長方形 637">
              <a:extLst>
                <a:ext uri="{FF2B5EF4-FFF2-40B4-BE49-F238E27FC236}">
                  <a16:creationId xmlns:a16="http://schemas.microsoft.com/office/drawing/2014/main" id="{581977B3-8E37-D16E-FD29-A1852774D701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9" name="正方形/長方形 638">
              <a:extLst>
                <a:ext uri="{FF2B5EF4-FFF2-40B4-BE49-F238E27FC236}">
                  <a16:creationId xmlns:a16="http://schemas.microsoft.com/office/drawing/2014/main" id="{75841261-C1F5-86BC-A0AC-8FF33E706B50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0" name="正方形/長方形 639">
              <a:extLst>
                <a:ext uri="{FF2B5EF4-FFF2-40B4-BE49-F238E27FC236}">
                  <a16:creationId xmlns:a16="http://schemas.microsoft.com/office/drawing/2014/main" id="{EDF94736-B8AC-5B15-9DA2-D6ACCEA628A0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1" name="正方形/長方形 640">
              <a:extLst>
                <a:ext uri="{FF2B5EF4-FFF2-40B4-BE49-F238E27FC236}">
                  <a16:creationId xmlns:a16="http://schemas.microsoft.com/office/drawing/2014/main" id="{F03C8CBE-D91C-B8AB-03AA-1E94F7216333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2" name="正方形/長方形 641">
              <a:extLst>
                <a:ext uri="{FF2B5EF4-FFF2-40B4-BE49-F238E27FC236}">
                  <a16:creationId xmlns:a16="http://schemas.microsoft.com/office/drawing/2014/main" id="{966279E8-7B91-53C4-A6A6-76A1D35E4F63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3" name="正方形/長方形 642">
              <a:extLst>
                <a:ext uri="{FF2B5EF4-FFF2-40B4-BE49-F238E27FC236}">
                  <a16:creationId xmlns:a16="http://schemas.microsoft.com/office/drawing/2014/main" id="{54F7676C-1511-34CD-1FD3-C81E54EDDB02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4" name="正方形/長方形 643">
              <a:extLst>
                <a:ext uri="{FF2B5EF4-FFF2-40B4-BE49-F238E27FC236}">
                  <a16:creationId xmlns:a16="http://schemas.microsoft.com/office/drawing/2014/main" id="{B5A7754F-45AA-50AB-8645-38C7461A321C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5" name="正方形/長方形 644">
              <a:extLst>
                <a:ext uri="{FF2B5EF4-FFF2-40B4-BE49-F238E27FC236}">
                  <a16:creationId xmlns:a16="http://schemas.microsoft.com/office/drawing/2014/main" id="{37B30622-D7F4-D044-6206-91DC6D7E7086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6" name="正方形/長方形 645">
              <a:extLst>
                <a:ext uri="{FF2B5EF4-FFF2-40B4-BE49-F238E27FC236}">
                  <a16:creationId xmlns:a16="http://schemas.microsoft.com/office/drawing/2014/main" id="{801865B0-D04C-3C1D-CBCD-1CF772976D45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7" name="正方形/長方形 646">
              <a:extLst>
                <a:ext uri="{FF2B5EF4-FFF2-40B4-BE49-F238E27FC236}">
                  <a16:creationId xmlns:a16="http://schemas.microsoft.com/office/drawing/2014/main" id="{9A241269-A21C-8591-5F8C-B15E9DC3B0A6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8" name="正方形/長方形 647">
              <a:extLst>
                <a:ext uri="{FF2B5EF4-FFF2-40B4-BE49-F238E27FC236}">
                  <a16:creationId xmlns:a16="http://schemas.microsoft.com/office/drawing/2014/main" id="{E68CB634-D4DC-8174-BBE6-C91A2D43F0CC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9" name="正方形/長方形 648">
              <a:extLst>
                <a:ext uri="{FF2B5EF4-FFF2-40B4-BE49-F238E27FC236}">
                  <a16:creationId xmlns:a16="http://schemas.microsoft.com/office/drawing/2014/main" id="{F81F7B09-ED34-41AF-DC62-DE71273A1017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0" name="正方形/長方形 649">
              <a:extLst>
                <a:ext uri="{FF2B5EF4-FFF2-40B4-BE49-F238E27FC236}">
                  <a16:creationId xmlns:a16="http://schemas.microsoft.com/office/drawing/2014/main" id="{1E59E8CC-69DD-0A7A-C91F-1986211B06BA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1" name="正方形/長方形 650">
              <a:extLst>
                <a:ext uri="{FF2B5EF4-FFF2-40B4-BE49-F238E27FC236}">
                  <a16:creationId xmlns:a16="http://schemas.microsoft.com/office/drawing/2014/main" id="{566896EC-AFA7-3D79-B14C-8D312C6A9285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52" name="グループ化 651">
            <a:extLst>
              <a:ext uri="{FF2B5EF4-FFF2-40B4-BE49-F238E27FC236}">
                <a16:creationId xmlns:a16="http://schemas.microsoft.com/office/drawing/2014/main" id="{4C36585A-BE26-896C-5761-6A228325E3DD}"/>
              </a:ext>
            </a:extLst>
          </p:cNvPr>
          <p:cNvGrpSpPr/>
          <p:nvPr/>
        </p:nvGrpSpPr>
        <p:grpSpPr>
          <a:xfrm>
            <a:off x="10753645" y="4669003"/>
            <a:ext cx="2195592" cy="2188997"/>
            <a:chOff x="1387203" y="2001633"/>
            <a:chExt cx="3726884" cy="3792015"/>
          </a:xfrm>
        </p:grpSpPr>
        <p:sp>
          <p:nvSpPr>
            <p:cNvPr id="653" name="正方形/長方形 652">
              <a:extLst>
                <a:ext uri="{FF2B5EF4-FFF2-40B4-BE49-F238E27FC236}">
                  <a16:creationId xmlns:a16="http://schemas.microsoft.com/office/drawing/2014/main" id="{58591484-5C7D-8B91-9610-0385680C6588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4" name="正方形/長方形 653">
              <a:extLst>
                <a:ext uri="{FF2B5EF4-FFF2-40B4-BE49-F238E27FC236}">
                  <a16:creationId xmlns:a16="http://schemas.microsoft.com/office/drawing/2014/main" id="{40FAEE98-CE33-1757-916B-917AA3A5D987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5" name="正方形/長方形 654">
              <a:extLst>
                <a:ext uri="{FF2B5EF4-FFF2-40B4-BE49-F238E27FC236}">
                  <a16:creationId xmlns:a16="http://schemas.microsoft.com/office/drawing/2014/main" id="{B6A7DC8A-5F66-949F-1446-C5977AE48828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6" name="正方形/長方形 655">
              <a:extLst>
                <a:ext uri="{FF2B5EF4-FFF2-40B4-BE49-F238E27FC236}">
                  <a16:creationId xmlns:a16="http://schemas.microsoft.com/office/drawing/2014/main" id="{C57623C7-1B04-2993-1429-260C67E2E987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7" name="正方形/長方形 656">
              <a:extLst>
                <a:ext uri="{FF2B5EF4-FFF2-40B4-BE49-F238E27FC236}">
                  <a16:creationId xmlns:a16="http://schemas.microsoft.com/office/drawing/2014/main" id="{4C13237D-6545-DE90-6558-EEF509E0A15E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8" name="正方形/長方形 657">
              <a:extLst>
                <a:ext uri="{FF2B5EF4-FFF2-40B4-BE49-F238E27FC236}">
                  <a16:creationId xmlns:a16="http://schemas.microsoft.com/office/drawing/2014/main" id="{4B7C755B-2431-2CE8-0E94-F837E082E6D2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9" name="正方形/長方形 658">
              <a:extLst>
                <a:ext uri="{FF2B5EF4-FFF2-40B4-BE49-F238E27FC236}">
                  <a16:creationId xmlns:a16="http://schemas.microsoft.com/office/drawing/2014/main" id="{93B77492-2635-F92E-A9C5-9A4CA663D0E0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0" name="正方形/長方形 659">
              <a:extLst>
                <a:ext uri="{FF2B5EF4-FFF2-40B4-BE49-F238E27FC236}">
                  <a16:creationId xmlns:a16="http://schemas.microsoft.com/office/drawing/2014/main" id="{839E3F53-89A7-CFE1-62F3-4CF024244EFB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1" name="正方形/長方形 660">
              <a:extLst>
                <a:ext uri="{FF2B5EF4-FFF2-40B4-BE49-F238E27FC236}">
                  <a16:creationId xmlns:a16="http://schemas.microsoft.com/office/drawing/2014/main" id="{4FEBC33B-CA0A-D05E-5CA3-2E4F0C08B0DF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2" name="正方形/長方形 661">
              <a:extLst>
                <a:ext uri="{FF2B5EF4-FFF2-40B4-BE49-F238E27FC236}">
                  <a16:creationId xmlns:a16="http://schemas.microsoft.com/office/drawing/2014/main" id="{6FC27634-4EB3-5615-BB41-9D5135357CC6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3" name="正方形/長方形 662">
              <a:extLst>
                <a:ext uri="{FF2B5EF4-FFF2-40B4-BE49-F238E27FC236}">
                  <a16:creationId xmlns:a16="http://schemas.microsoft.com/office/drawing/2014/main" id="{FD9C7ABC-D5B5-902F-2049-46BD6E315930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4" name="正方形/長方形 663">
              <a:extLst>
                <a:ext uri="{FF2B5EF4-FFF2-40B4-BE49-F238E27FC236}">
                  <a16:creationId xmlns:a16="http://schemas.microsoft.com/office/drawing/2014/main" id="{97879506-8A5E-2C3D-76C7-BB6765D57ACD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5" name="正方形/長方形 664">
              <a:extLst>
                <a:ext uri="{FF2B5EF4-FFF2-40B4-BE49-F238E27FC236}">
                  <a16:creationId xmlns:a16="http://schemas.microsoft.com/office/drawing/2014/main" id="{EA6C77D8-1C13-F4BA-8145-93D7DC181B71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6" name="正方形/長方形 665">
              <a:extLst>
                <a:ext uri="{FF2B5EF4-FFF2-40B4-BE49-F238E27FC236}">
                  <a16:creationId xmlns:a16="http://schemas.microsoft.com/office/drawing/2014/main" id="{AFD4A0F1-A2FB-E611-664B-58C6A800000B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7" name="正方形/長方形 666">
              <a:extLst>
                <a:ext uri="{FF2B5EF4-FFF2-40B4-BE49-F238E27FC236}">
                  <a16:creationId xmlns:a16="http://schemas.microsoft.com/office/drawing/2014/main" id="{100083D4-CCC4-6809-E642-606AB55398AF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8" name="正方形/長方形 667">
              <a:extLst>
                <a:ext uri="{FF2B5EF4-FFF2-40B4-BE49-F238E27FC236}">
                  <a16:creationId xmlns:a16="http://schemas.microsoft.com/office/drawing/2014/main" id="{C855C661-ACBB-6ED8-29AA-559D1E91C08E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9" name="正方形/長方形 668">
              <a:extLst>
                <a:ext uri="{FF2B5EF4-FFF2-40B4-BE49-F238E27FC236}">
                  <a16:creationId xmlns:a16="http://schemas.microsoft.com/office/drawing/2014/main" id="{C4A8CF44-57B9-359C-AA1C-C1A09B4C7707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0" name="正方形/長方形 669">
              <a:extLst>
                <a:ext uri="{FF2B5EF4-FFF2-40B4-BE49-F238E27FC236}">
                  <a16:creationId xmlns:a16="http://schemas.microsoft.com/office/drawing/2014/main" id="{8ABEBAA5-36A0-0F23-EF2F-84E46D7CCDFA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1" name="正方形/長方形 670">
              <a:extLst>
                <a:ext uri="{FF2B5EF4-FFF2-40B4-BE49-F238E27FC236}">
                  <a16:creationId xmlns:a16="http://schemas.microsoft.com/office/drawing/2014/main" id="{1B82A569-6E17-B370-EC01-5233ADBB33B7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2" name="正方形/長方形 671">
              <a:extLst>
                <a:ext uri="{FF2B5EF4-FFF2-40B4-BE49-F238E27FC236}">
                  <a16:creationId xmlns:a16="http://schemas.microsoft.com/office/drawing/2014/main" id="{75990E5B-F840-BA8B-00CB-F34CF12C5364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3" name="正方形/長方形 672">
              <a:extLst>
                <a:ext uri="{FF2B5EF4-FFF2-40B4-BE49-F238E27FC236}">
                  <a16:creationId xmlns:a16="http://schemas.microsoft.com/office/drawing/2014/main" id="{991637FA-D624-0AB2-FB4F-66972B4B8482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4" name="正方形/長方形 673">
              <a:extLst>
                <a:ext uri="{FF2B5EF4-FFF2-40B4-BE49-F238E27FC236}">
                  <a16:creationId xmlns:a16="http://schemas.microsoft.com/office/drawing/2014/main" id="{0725BBC8-9993-65F2-E3BC-A5B988C1B198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5" name="正方形/長方形 674">
              <a:extLst>
                <a:ext uri="{FF2B5EF4-FFF2-40B4-BE49-F238E27FC236}">
                  <a16:creationId xmlns:a16="http://schemas.microsoft.com/office/drawing/2014/main" id="{E8522C75-9DBE-26A4-CD4F-D58DEC53E428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6" name="正方形/長方形 675">
              <a:extLst>
                <a:ext uri="{FF2B5EF4-FFF2-40B4-BE49-F238E27FC236}">
                  <a16:creationId xmlns:a16="http://schemas.microsoft.com/office/drawing/2014/main" id="{71941179-6650-2CC2-36C0-E49DB64FF8EA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7" name="正方形/長方形 676">
              <a:extLst>
                <a:ext uri="{FF2B5EF4-FFF2-40B4-BE49-F238E27FC236}">
                  <a16:creationId xmlns:a16="http://schemas.microsoft.com/office/drawing/2014/main" id="{84DD8E3A-CC66-D752-2961-4FC3B9E579F5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8" name="正方形/長方形 677">
              <a:extLst>
                <a:ext uri="{FF2B5EF4-FFF2-40B4-BE49-F238E27FC236}">
                  <a16:creationId xmlns:a16="http://schemas.microsoft.com/office/drawing/2014/main" id="{4E05C5C1-59D7-AAB6-BC53-20864924A925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9" name="正方形/長方形 678">
              <a:extLst>
                <a:ext uri="{FF2B5EF4-FFF2-40B4-BE49-F238E27FC236}">
                  <a16:creationId xmlns:a16="http://schemas.microsoft.com/office/drawing/2014/main" id="{85394D1A-014D-5CC6-2629-8A21AF3E274B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0" name="正方形/長方形 679">
              <a:extLst>
                <a:ext uri="{FF2B5EF4-FFF2-40B4-BE49-F238E27FC236}">
                  <a16:creationId xmlns:a16="http://schemas.microsoft.com/office/drawing/2014/main" id="{63644E9F-931A-01F2-3A36-85F89E02DFB8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1" name="正方形/長方形 680">
              <a:extLst>
                <a:ext uri="{FF2B5EF4-FFF2-40B4-BE49-F238E27FC236}">
                  <a16:creationId xmlns:a16="http://schemas.microsoft.com/office/drawing/2014/main" id="{EEF0298E-F200-EBC1-FEF1-0D87B955EE35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2" name="正方形/長方形 681">
              <a:extLst>
                <a:ext uri="{FF2B5EF4-FFF2-40B4-BE49-F238E27FC236}">
                  <a16:creationId xmlns:a16="http://schemas.microsoft.com/office/drawing/2014/main" id="{A9EF07AB-9610-D64F-41BA-D3D31D404363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3" name="正方形/長方形 682">
              <a:extLst>
                <a:ext uri="{FF2B5EF4-FFF2-40B4-BE49-F238E27FC236}">
                  <a16:creationId xmlns:a16="http://schemas.microsoft.com/office/drawing/2014/main" id="{E48E47EE-A2E5-4C50-7A52-5B332DEFEA8C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4" name="正方形/長方形 683">
              <a:extLst>
                <a:ext uri="{FF2B5EF4-FFF2-40B4-BE49-F238E27FC236}">
                  <a16:creationId xmlns:a16="http://schemas.microsoft.com/office/drawing/2014/main" id="{3302CC9B-D7AD-6C03-8303-AF566BF6ED06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5" name="正方形/長方形 684">
              <a:extLst>
                <a:ext uri="{FF2B5EF4-FFF2-40B4-BE49-F238E27FC236}">
                  <a16:creationId xmlns:a16="http://schemas.microsoft.com/office/drawing/2014/main" id="{049FE560-DDB7-4BD9-E515-48E7E945EA1D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6" name="正方形/長方形 685">
              <a:extLst>
                <a:ext uri="{FF2B5EF4-FFF2-40B4-BE49-F238E27FC236}">
                  <a16:creationId xmlns:a16="http://schemas.microsoft.com/office/drawing/2014/main" id="{9A649601-239F-750E-51C8-AE808E12B13E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7" name="正方形/長方形 686">
              <a:extLst>
                <a:ext uri="{FF2B5EF4-FFF2-40B4-BE49-F238E27FC236}">
                  <a16:creationId xmlns:a16="http://schemas.microsoft.com/office/drawing/2014/main" id="{9931FC1C-D93E-565A-B67B-6781460EF0CA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8" name="正方形/長方形 687">
              <a:extLst>
                <a:ext uri="{FF2B5EF4-FFF2-40B4-BE49-F238E27FC236}">
                  <a16:creationId xmlns:a16="http://schemas.microsoft.com/office/drawing/2014/main" id="{43966273-84A7-0DE6-546A-08CB56E99CA5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9" name="正方形/長方形 688">
              <a:extLst>
                <a:ext uri="{FF2B5EF4-FFF2-40B4-BE49-F238E27FC236}">
                  <a16:creationId xmlns:a16="http://schemas.microsoft.com/office/drawing/2014/main" id="{FA54287B-84E0-ACC1-D648-8561494E7BA9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0" name="正方形/長方形 689">
              <a:extLst>
                <a:ext uri="{FF2B5EF4-FFF2-40B4-BE49-F238E27FC236}">
                  <a16:creationId xmlns:a16="http://schemas.microsoft.com/office/drawing/2014/main" id="{68DB9791-AAC3-8F21-8172-848DA5326C0A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1" name="正方形/長方形 690">
              <a:extLst>
                <a:ext uri="{FF2B5EF4-FFF2-40B4-BE49-F238E27FC236}">
                  <a16:creationId xmlns:a16="http://schemas.microsoft.com/office/drawing/2014/main" id="{CFDA9B28-5395-62C7-049C-68482CF5EE14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2" name="正方形/長方形 691">
              <a:extLst>
                <a:ext uri="{FF2B5EF4-FFF2-40B4-BE49-F238E27FC236}">
                  <a16:creationId xmlns:a16="http://schemas.microsoft.com/office/drawing/2014/main" id="{56E5BC38-4118-7CCE-6DE3-B2AA78C269AA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3" name="正方形/長方形 692">
              <a:extLst>
                <a:ext uri="{FF2B5EF4-FFF2-40B4-BE49-F238E27FC236}">
                  <a16:creationId xmlns:a16="http://schemas.microsoft.com/office/drawing/2014/main" id="{0D913014-8664-0831-BC2E-CAA3506E4133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4" name="正方形/長方形 693">
              <a:extLst>
                <a:ext uri="{FF2B5EF4-FFF2-40B4-BE49-F238E27FC236}">
                  <a16:creationId xmlns:a16="http://schemas.microsoft.com/office/drawing/2014/main" id="{71421FB8-2E86-7127-D045-0C1AF5EB10C0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5" name="正方形/長方形 694">
              <a:extLst>
                <a:ext uri="{FF2B5EF4-FFF2-40B4-BE49-F238E27FC236}">
                  <a16:creationId xmlns:a16="http://schemas.microsoft.com/office/drawing/2014/main" id="{8BB0C9C8-1149-4F47-EC03-2F5ECBE2782E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6" name="正方形/長方形 695">
              <a:extLst>
                <a:ext uri="{FF2B5EF4-FFF2-40B4-BE49-F238E27FC236}">
                  <a16:creationId xmlns:a16="http://schemas.microsoft.com/office/drawing/2014/main" id="{671253AC-37E3-F851-D991-93ECF0C6258D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7" name="正方形/長方形 696">
              <a:extLst>
                <a:ext uri="{FF2B5EF4-FFF2-40B4-BE49-F238E27FC236}">
                  <a16:creationId xmlns:a16="http://schemas.microsoft.com/office/drawing/2014/main" id="{6DE88D9F-BFA9-276B-1573-EE79D6632566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8" name="正方形/長方形 697">
              <a:extLst>
                <a:ext uri="{FF2B5EF4-FFF2-40B4-BE49-F238E27FC236}">
                  <a16:creationId xmlns:a16="http://schemas.microsoft.com/office/drawing/2014/main" id="{AD8EB558-BA55-A935-1BA5-B27506658F16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9" name="正方形/長方形 698">
              <a:extLst>
                <a:ext uri="{FF2B5EF4-FFF2-40B4-BE49-F238E27FC236}">
                  <a16:creationId xmlns:a16="http://schemas.microsoft.com/office/drawing/2014/main" id="{6E4950C5-EEC8-9CC4-0050-0047279461C4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0" name="正方形/長方形 699">
              <a:extLst>
                <a:ext uri="{FF2B5EF4-FFF2-40B4-BE49-F238E27FC236}">
                  <a16:creationId xmlns:a16="http://schemas.microsoft.com/office/drawing/2014/main" id="{742F89B8-448E-5941-C42C-6A4834B699B1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1" name="正方形/長方形 700">
              <a:extLst>
                <a:ext uri="{FF2B5EF4-FFF2-40B4-BE49-F238E27FC236}">
                  <a16:creationId xmlns:a16="http://schemas.microsoft.com/office/drawing/2014/main" id="{94BA1A11-40E9-7043-87FF-EE44FF763548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2" name="正方形/長方形 701">
              <a:extLst>
                <a:ext uri="{FF2B5EF4-FFF2-40B4-BE49-F238E27FC236}">
                  <a16:creationId xmlns:a16="http://schemas.microsoft.com/office/drawing/2014/main" id="{37C129B6-E4B8-2C12-93FC-6D1EF3E76D02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3" name="正方形/長方形 702">
              <a:extLst>
                <a:ext uri="{FF2B5EF4-FFF2-40B4-BE49-F238E27FC236}">
                  <a16:creationId xmlns:a16="http://schemas.microsoft.com/office/drawing/2014/main" id="{BF711D15-E46B-6FCD-9947-AB63646444A7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4" name="正方形/長方形 703">
              <a:extLst>
                <a:ext uri="{FF2B5EF4-FFF2-40B4-BE49-F238E27FC236}">
                  <a16:creationId xmlns:a16="http://schemas.microsoft.com/office/drawing/2014/main" id="{BA12C2F1-1FBF-FDC3-D6CB-00EAAF038946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5" name="正方形/長方形 704">
              <a:extLst>
                <a:ext uri="{FF2B5EF4-FFF2-40B4-BE49-F238E27FC236}">
                  <a16:creationId xmlns:a16="http://schemas.microsoft.com/office/drawing/2014/main" id="{3790625F-9665-6C5E-0EF3-650F341508E2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6" name="正方形/長方形 705">
              <a:extLst>
                <a:ext uri="{FF2B5EF4-FFF2-40B4-BE49-F238E27FC236}">
                  <a16:creationId xmlns:a16="http://schemas.microsoft.com/office/drawing/2014/main" id="{B4E0C4D7-BC61-DC3C-EECA-5D95C7AE7FB5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7" name="正方形/長方形 706">
              <a:extLst>
                <a:ext uri="{FF2B5EF4-FFF2-40B4-BE49-F238E27FC236}">
                  <a16:creationId xmlns:a16="http://schemas.microsoft.com/office/drawing/2014/main" id="{B3B4DD17-891B-95B4-8DD7-FACE320FE9E1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8" name="正方形/長方形 707">
              <a:extLst>
                <a:ext uri="{FF2B5EF4-FFF2-40B4-BE49-F238E27FC236}">
                  <a16:creationId xmlns:a16="http://schemas.microsoft.com/office/drawing/2014/main" id="{D5EC1A53-4278-9006-6647-3EDA3A28B984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9" name="正方形/長方形 708">
              <a:extLst>
                <a:ext uri="{FF2B5EF4-FFF2-40B4-BE49-F238E27FC236}">
                  <a16:creationId xmlns:a16="http://schemas.microsoft.com/office/drawing/2014/main" id="{E9862D9F-4CE4-F08E-ABA6-849C68687CDB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0" name="正方形/長方形 709">
              <a:extLst>
                <a:ext uri="{FF2B5EF4-FFF2-40B4-BE49-F238E27FC236}">
                  <a16:creationId xmlns:a16="http://schemas.microsoft.com/office/drawing/2014/main" id="{DAD196D4-C84C-8F7D-0E7B-DEEEBD359C73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1" name="正方形/長方形 710">
              <a:extLst>
                <a:ext uri="{FF2B5EF4-FFF2-40B4-BE49-F238E27FC236}">
                  <a16:creationId xmlns:a16="http://schemas.microsoft.com/office/drawing/2014/main" id="{87BAC700-49BD-1180-0193-BED8D951491B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2" name="正方形/長方形 711">
              <a:extLst>
                <a:ext uri="{FF2B5EF4-FFF2-40B4-BE49-F238E27FC236}">
                  <a16:creationId xmlns:a16="http://schemas.microsoft.com/office/drawing/2014/main" id="{9F780441-F4DD-6FA3-FAA8-00101F9CC914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3" name="正方形/長方形 712">
              <a:extLst>
                <a:ext uri="{FF2B5EF4-FFF2-40B4-BE49-F238E27FC236}">
                  <a16:creationId xmlns:a16="http://schemas.microsoft.com/office/drawing/2014/main" id="{0C123E8B-4020-1BBD-BB0F-FDB182436940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4" name="正方形/長方形 713">
              <a:extLst>
                <a:ext uri="{FF2B5EF4-FFF2-40B4-BE49-F238E27FC236}">
                  <a16:creationId xmlns:a16="http://schemas.microsoft.com/office/drawing/2014/main" id="{2DB94F20-9F25-A4E6-E007-813B234FC763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5" name="正方形/長方形 714">
              <a:extLst>
                <a:ext uri="{FF2B5EF4-FFF2-40B4-BE49-F238E27FC236}">
                  <a16:creationId xmlns:a16="http://schemas.microsoft.com/office/drawing/2014/main" id="{BF50CFFD-85BC-5467-6EE5-E06AC3B985C5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6" name="正方形/長方形 715">
              <a:extLst>
                <a:ext uri="{FF2B5EF4-FFF2-40B4-BE49-F238E27FC236}">
                  <a16:creationId xmlns:a16="http://schemas.microsoft.com/office/drawing/2014/main" id="{37232136-E709-EDF7-2E03-514EA7354E61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7" name="正方形/長方形 716">
              <a:extLst>
                <a:ext uri="{FF2B5EF4-FFF2-40B4-BE49-F238E27FC236}">
                  <a16:creationId xmlns:a16="http://schemas.microsoft.com/office/drawing/2014/main" id="{9859E277-4CB4-790D-4C30-FE9877BD5D83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8" name="正方形/長方形 717">
              <a:extLst>
                <a:ext uri="{FF2B5EF4-FFF2-40B4-BE49-F238E27FC236}">
                  <a16:creationId xmlns:a16="http://schemas.microsoft.com/office/drawing/2014/main" id="{8E1FC382-E633-053B-232F-1581762372E0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9" name="正方形/長方形 718">
              <a:extLst>
                <a:ext uri="{FF2B5EF4-FFF2-40B4-BE49-F238E27FC236}">
                  <a16:creationId xmlns:a16="http://schemas.microsoft.com/office/drawing/2014/main" id="{0B07D323-9AD2-6494-9F6F-91E622F6EC14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0" name="正方形/長方形 719">
              <a:extLst>
                <a:ext uri="{FF2B5EF4-FFF2-40B4-BE49-F238E27FC236}">
                  <a16:creationId xmlns:a16="http://schemas.microsoft.com/office/drawing/2014/main" id="{E26E0A17-C510-C679-1D70-805BFEDAE1E9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1" name="正方形/長方形 720">
              <a:extLst>
                <a:ext uri="{FF2B5EF4-FFF2-40B4-BE49-F238E27FC236}">
                  <a16:creationId xmlns:a16="http://schemas.microsoft.com/office/drawing/2014/main" id="{3A429582-FA6A-ACE8-CC1B-A8C6A1B35D55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2" name="正方形/長方形 721">
              <a:extLst>
                <a:ext uri="{FF2B5EF4-FFF2-40B4-BE49-F238E27FC236}">
                  <a16:creationId xmlns:a16="http://schemas.microsoft.com/office/drawing/2014/main" id="{2F528DF0-988B-CBAE-F162-249D1BC30C12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3" name="正方形/長方形 722">
              <a:extLst>
                <a:ext uri="{FF2B5EF4-FFF2-40B4-BE49-F238E27FC236}">
                  <a16:creationId xmlns:a16="http://schemas.microsoft.com/office/drawing/2014/main" id="{BCAE246A-5713-7E5C-B000-8BC1754FFBBF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4" name="正方形/長方形 723">
              <a:extLst>
                <a:ext uri="{FF2B5EF4-FFF2-40B4-BE49-F238E27FC236}">
                  <a16:creationId xmlns:a16="http://schemas.microsoft.com/office/drawing/2014/main" id="{92FBD0D5-98CD-2695-545A-3E863241098E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5" name="正方形/長方形 724">
              <a:extLst>
                <a:ext uri="{FF2B5EF4-FFF2-40B4-BE49-F238E27FC236}">
                  <a16:creationId xmlns:a16="http://schemas.microsoft.com/office/drawing/2014/main" id="{D02E7568-7D23-62FA-112A-28D7A704CE61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6" name="正方形/長方形 725">
              <a:extLst>
                <a:ext uri="{FF2B5EF4-FFF2-40B4-BE49-F238E27FC236}">
                  <a16:creationId xmlns:a16="http://schemas.microsoft.com/office/drawing/2014/main" id="{0891C66C-CE25-EF75-35BA-CBC1B6F57BBF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7" name="正方形/長方形 726">
              <a:extLst>
                <a:ext uri="{FF2B5EF4-FFF2-40B4-BE49-F238E27FC236}">
                  <a16:creationId xmlns:a16="http://schemas.microsoft.com/office/drawing/2014/main" id="{33B2D2D4-8857-7FB8-CB26-8CD54BF37D5A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8" name="正方形/長方形 727">
              <a:extLst>
                <a:ext uri="{FF2B5EF4-FFF2-40B4-BE49-F238E27FC236}">
                  <a16:creationId xmlns:a16="http://schemas.microsoft.com/office/drawing/2014/main" id="{37D6F46A-2C30-F52D-047E-5D670545A3FE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9" name="正方形/長方形 728">
              <a:extLst>
                <a:ext uri="{FF2B5EF4-FFF2-40B4-BE49-F238E27FC236}">
                  <a16:creationId xmlns:a16="http://schemas.microsoft.com/office/drawing/2014/main" id="{CFA6EC1A-A1B6-FC99-8E61-8A48B8BF69C3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0" name="正方形/長方形 729">
              <a:extLst>
                <a:ext uri="{FF2B5EF4-FFF2-40B4-BE49-F238E27FC236}">
                  <a16:creationId xmlns:a16="http://schemas.microsoft.com/office/drawing/2014/main" id="{2AFC0F1F-B78D-2EE4-B96F-21D245761288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1" name="正方形/長方形 730">
              <a:extLst>
                <a:ext uri="{FF2B5EF4-FFF2-40B4-BE49-F238E27FC236}">
                  <a16:creationId xmlns:a16="http://schemas.microsoft.com/office/drawing/2014/main" id="{1B1CBCDA-6CDC-5F67-3ACF-8B8B37CF0777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2" name="正方形/長方形 731">
              <a:extLst>
                <a:ext uri="{FF2B5EF4-FFF2-40B4-BE49-F238E27FC236}">
                  <a16:creationId xmlns:a16="http://schemas.microsoft.com/office/drawing/2014/main" id="{8D60423D-16B4-7444-11D4-2865CDCBC3D1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3" name="正方形/長方形 732">
              <a:extLst>
                <a:ext uri="{FF2B5EF4-FFF2-40B4-BE49-F238E27FC236}">
                  <a16:creationId xmlns:a16="http://schemas.microsoft.com/office/drawing/2014/main" id="{41A382BA-31C7-AB3D-10DF-EAE63E883917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4" name="正方形/長方形 733">
              <a:extLst>
                <a:ext uri="{FF2B5EF4-FFF2-40B4-BE49-F238E27FC236}">
                  <a16:creationId xmlns:a16="http://schemas.microsoft.com/office/drawing/2014/main" id="{3CC544A6-C975-836B-B55A-6250364D302B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5" name="正方形/長方形 734">
              <a:extLst>
                <a:ext uri="{FF2B5EF4-FFF2-40B4-BE49-F238E27FC236}">
                  <a16:creationId xmlns:a16="http://schemas.microsoft.com/office/drawing/2014/main" id="{71F124C5-6FE6-9D26-2B84-742411EC4C64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6" name="正方形/長方形 735">
              <a:extLst>
                <a:ext uri="{FF2B5EF4-FFF2-40B4-BE49-F238E27FC236}">
                  <a16:creationId xmlns:a16="http://schemas.microsoft.com/office/drawing/2014/main" id="{76C5F4B2-FF35-CA8A-7E46-B234BE5B43E2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7" name="正方形/長方形 736">
              <a:extLst>
                <a:ext uri="{FF2B5EF4-FFF2-40B4-BE49-F238E27FC236}">
                  <a16:creationId xmlns:a16="http://schemas.microsoft.com/office/drawing/2014/main" id="{0A9C0000-F88F-7783-55F1-21FFC3F0B7A4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8" name="正方形/長方形 737">
              <a:extLst>
                <a:ext uri="{FF2B5EF4-FFF2-40B4-BE49-F238E27FC236}">
                  <a16:creationId xmlns:a16="http://schemas.microsoft.com/office/drawing/2014/main" id="{D240E503-1FAB-C503-6C02-F5D8E88C3AF6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9" name="正方形/長方形 738">
              <a:extLst>
                <a:ext uri="{FF2B5EF4-FFF2-40B4-BE49-F238E27FC236}">
                  <a16:creationId xmlns:a16="http://schemas.microsoft.com/office/drawing/2014/main" id="{094CA6E8-09DD-784C-13E6-552CC6133DA5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0" name="正方形/長方形 739">
              <a:extLst>
                <a:ext uri="{FF2B5EF4-FFF2-40B4-BE49-F238E27FC236}">
                  <a16:creationId xmlns:a16="http://schemas.microsoft.com/office/drawing/2014/main" id="{C1B9BE41-3EFA-4612-E7DA-80C3698BC758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1" name="正方形/長方形 740">
              <a:extLst>
                <a:ext uri="{FF2B5EF4-FFF2-40B4-BE49-F238E27FC236}">
                  <a16:creationId xmlns:a16="http://schemas.microsoft.com/office/drawing/2014/main" id="{075EF421-77D2-20EB-C697-E501525197C5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2" name="正方形/長方形 741">
              <a:extLst>
                <a:ext uri="{FF2B5EF4-FFF2-40B4-BE49-F238E27FC236}">
                  <a16:creationId xmlns:a16="http://schemas.microsoft.com/office/drawing/2014/main" id="{21D2FF91-7796-BC85-D332-63CEEC06EB49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3" name="正方形/長方形 742">
              <a:extLst>
                <a:ext uri="{FF2B5EF4-FFF2-40B4-BE49-F238E27FC236}">
                  <a16:creationId xmlns:a16="http://schemas.microsoft.com/office/drawing/2014/main" id="{8C16E4B8-6AC8-3E87-EA2F-479AA3557D82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4" name="正方形/長方形 743">
              <a:extLst>
                <a:ext uri="{FF2B5EF4-FFF2-40B4-BE49-F238E27FC236}">
                  <a16:creationId xmlns:a16="http://schemas.microsoft.com/office/drawing/2014/main" id="{A530B127-D05E-542B-DAEC-7F29D6AA5E78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5" name="正方形/長方形 744">
              <a:extLst>
                <a:ext uri="{FF2B5EF4-FFF2-40B4-BE49-F238E27FC236}">
                  <a16:creationId xmlns:a16="http://schemas.microsoft.com/office/drawing/2014/main" id="{B79A8D57-C9EC-62E4-D805-B05CB7636C80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6" name="正方形/長方形 745">
              <a:extLst>
                <a:ext uri="{FF2B5EF4-FFF2-40B4-BE49-F238E27FC236}">
                  <a16:creationId xmlns:a16="http://schemas.microsoft.com/office/drawing/2014/main" id="{152E1FB8-6F3B-A695-78CF-82675EAA7CF6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7" name="正方形/長方形 746">
              <a:extLst>
                <a:ext uri="{FF2B5EF4-FFF2-40B4-BE49-F238E27FC236}">
                  <a16:creationId xmlns:a16="http://schemas.microsoft.com/office/drawing/2014/main" id="{0BB8DCB5-D23E-0397-C796-9F9267F823BB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8" name="正方形/長方形 747">
              <a:extLst>
                <a:ext uri="{FF2B5EF4-FFF2-40B4-BE49-F238E27FC236}">
                  <a16:creationId xmlns:a16="http://schemas.microsoft.com/office/drawing/2014/main" id="{002619F5-09AC-27D7-4858-A1A5A5D5306C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9" name="正方形/長方形 748">
              <a:extLst>
                <a:ext uri="{FF2B5EF4-FFF2-40B4-BE49-F238E27FC236}">
                  <a16:creationId xmlns:a16="http://schemas.microsoft.com/office/drawing/2014/main" id="{83FF99EF-2C28-4E72-3974-5526676097E7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0" name="正方形/長方形 749">
              <a:extLst>
                <a:ext uri="{FF2B5EF4-FFF2-40B4-BE49-F238E27FC236}">
                  <a16:creationId xmlns:a16="http://schemas.microsoft.com/office/drawing/2014/main" id="{622389CB-5F23-17B4-4BED-7C4989C83C55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1" name="正方形/長方形 750">
              <a:extLst>
                <a:ext uri="{FF2B5EF4-FFF2-40B4-BE49-F238E27FC236}">
                  <a16:creationId xmlns:a16="http://schemas.microsoft.com/office/drawing/2014/main" id="{534DF29F-2346-E0DA-3399-4E06429E45D6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2" name="正方形/長方形 751">
              <a:extLst>
                <a:ext uri="{FF2B5EF4-FFF2-40B4-BE49-F238E27FC236}">
                  <a16:creationId xmlns:a16="http://schemas.microsoft.com/office/drawing/2014/main" id="{CBBDA61D-D6E8-F6C7-E2F0-CA0A6964A53E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3" name="正方形/長方形 752">
              <a:extLst>
                <a:ext uri="{FF2B5EF4-FFF2-40B4-BE49-F238E27FC236}">
                  <a16:creationId xmlns:a16="http://schemas.microsoft.com/office/drawing/2014/main" id="{0CC4EBC6-091F-994F-8177-8DD02816E8BB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4" name="正方形/長方形 753">
              <a:extLst>
                <a:ext uri="{FF2B5EF4-FFF2-40B4-BE49-F238E27FC236}">
                  <a16:creationId xmlns:a16="http://schemas.microsoft.com/office/drawing/2014/main" id="{E5006B6C-6280-1AF0-8EC9-17D19924456E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5" name="正方形/長方形 754">
              <a:extLst>
                <a:ext uri="{FF2B5EF4-FFF2-40B4-BE49-F238E27FC236}">
                  <a16:creationId xmlns:a16="http://schemas.microsoft.com/office/drawing/2014/main" id="{97C5AE6B-60C8-36A8-23A7-199154DC1057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607B1E4-E79A-471C-97BE-F643DAC5010D}"/>
              </a:ext>
            </a:extLst>
          </p:cNvPr>
          <p:cNvGrpSpPr/>
          <p:nvPr/>
        </p:nvGrpSpPr>
        <p:grpSpPr>
          <a:xfrm>
            <a:off x="179628" y="4800266"/>
            <a:ext cx="2034897" cy="2057734"/>
            <a:chOff x="2305009" y="1645250"/>
            <a:chExt cx="3036611" cy="3150775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89281B7C-2125-011D-582F-6FEEDBFFF3D9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663908D2-6C01-ED41-91C5-E7DA93F91753}"/>
                </a:ext>
              </a:extLst>
            </p:cNvPr>
            <p:cNvSpPr/>
            <p:nvPr/>
          </p:nvSpPr>
          <p:spPr>
            <a:xfrm rot="21043765">
              <a:off x="4893347" y="2926592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8A9E823-D4C3-E49E-279F-5E11C9D51EDE}"/>
                </a:ext>
              </a:extLst>
            </p:cNvPr>
            <p:cNvSpPr/>
            <p:nvPr/>
          </p:nvSpPr>
          <p:spPr>
            <a:xfrm rot="865325">
              <a:off x="2460491" y="3040074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DF2A8D10-5933-46FC-D603-93B071F3E161}"/>
                </a:ext>
              </a:extLst>
            </p:cNvPr>
            <p:cNvSpPr/>
            <p:nvPr/>
          </p:nvSpPr>
          <p:spPr>
            <a:xfrm>
              <a:off x="2391649" y="2649988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6D0DF1B0-56D0-64F7-1CBD-9FA25A368D1A}"/>
                </a:ext>
              </a:extLst>
            </p:cNvPr>
            <p:cNvSpPr/>
            <p:nvPr/>
          </p:nvSpPr>
          <p:spPr>
            <a:xfrm>
              <a:off x="2305009" y="3396365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AB7395F4-ABB3-D51C-B866-68333CC0B549}"/>
                </a:ext>
              </a:extLst>
            </p:cNvPr>
            <p:cNvSpPr/>
            <p:nvPr/>
          </p:nvSpPr>
          <p:spPr>
            <a:xfrm>
              <a:off x="4576711" y="2722307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F4956B30-FBF8-EC76-1EB3-F6B2B2BAF126}"/>
                </a:ext>
              </a:extLst>
            </p:cNvPr>
            <p:cNvSpPr/>
            <p:nvPr/>
          </p:nvSpPr>
          <p:spPr>
            <a:xfrm>
              <a:off x="2775284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9188E249-9927-7F08-9CFD-65E0A8B48C86}"/>
                </a:ext>
              </a:extLst>
            </p:cNvPr>
            <p:cNvSpPr/>
            <p:nvPr/>
          </p:nvSpPr>
          <p:spPr>
            <a:xfrm rot="16617381">
              <a:off x="4410826" y="4108920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6EF77FF-1357-D927-1BE9-E25837082721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9E6F4714-2EB2-B13D-7F56-37A6982E8450}"/>
                </a:ext>
              </a:extLst>
            </p:cNvPr>
            <p:cNvSpPr/>
            <p:nvPr/>
          </p:nvSpPr>
          <p:spPr>
            <a:xfrm>
              <a:off x="4917705" y="3357611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F7D7E445-ADD3-7DF3-770D-6AD22EE61D68}"/>
                </a:ext>
              </a:extLst>
            </p:cNvPr>
            <p:cNvSpPr/>
            <p:nvPr/>
          </p:nvSpPr>
          <p:spPr>
            <a:xfrm rot="5650666">
              <a:off x="2842884" y="4050208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FFD4DAEB-FC3E-768A-E460-0FA3F91C1F49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6AC3893E-9101-C3D7-A29B-877B293A6F30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FBD05379-7AAA-4F6A-6B1C-544A2F7D68AB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6E5640F0-529A-A743-2A2B-7CD3A5376CA4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56" name="グループ化 755">
            <a:extLst>
              <a:ext uri="{FF2B5EF4-FFF2-40B4-BE49-F238E27FC236}">
                <a16:creationId xmlns:a16="http://schemas.microsoft.com/office/drawing/2014/main" id="{8BE0B83F-0B0F-1F99-C4B1-D402F5A8243C}"/>
              </a:ext>
            </a:extLst>
          </p:cNvPr>
          <p:cNvGrpSpPr/>
          <p:nvPr/>
        </p:nvGrpSpPr>
        <p:grpSpPr>
          <a:xfrm>
            <a:off x="3799770" y="3929301"/>
            <a:ext cx="3238459" cy="2858961"/>
            <a:chOff x="2101801" y="1645250"/>
            <a:chExt cx="3482357" cy="3154457"/>
          </a:xfrm>
        </p:grpSpPr>
        <p:sp>
          <p:nvSpPr>
            <p:cNvPr id="757" name="楕円 756">
              <a:extLst>
                <a:ext uri="{FF2B5EF4-FFF2-40B4-BE49-F238E27FC236}">
                  <a16:creationId xmlns:a16="http://schemas.microsoft.com/office/drawing/2014/main" id="{984F3517-C36D-12DA-5A2A-B4F48BC32C69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8" name="正方形/長方形 757">
              <a:extLst>
                <a:ext uri="{FF2B5EF4-FFF2-40B4-BE49-F238E27FC236}">
                  <a16:creationId xmlns:a16="http://schemas.microsoft.com/office/drawing/2014/main" id="{F7657292-F78D-44E5-D774-F8C7CF928AEB}"/>
                </a:ext>
              </a:extLst>
            </p:cNvPr>
            <p:cNvSpPr/>
            <p:nvPr/>
          </p:nvSpPr>
          <p:spPr>
            <a:xfrm rot="19214885">
              <a:off x="5031004" y="3020757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9" name="正方形/長方形 758">
              <a:extLst>
                <a:ext uri="{FF2B5EF4-FFF2-40B4-BE49-F238E27FC236}">
                  <a16:creationId xmlns:a16="http://schemas.microsoft.com/office/drawing/2014/main" id="{FA118850-1F24-7CF6-330C-90957109D9B4}"/>
                </a:ext>
              </a:extLst>
            </p:cNvPr>
            <p:cNvSpPr/>
            <p:nvPr/>
          </p:nvSpPr>
          <p:spPr>
            <a:xfrm rot="2200997">
              <a:off x="2375274" y="2932457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0" name="楕円 759">
              <a:extLst>
                <a:ext uri="{FF2B5EF4-FFF2-40B4-BE49-F238E27FC236}">
                  <a16:creationId xmlns:a16="http://schemas.microsoft.com/office/drawing/2014/main" id="{93348870-9BC4-871E-5331-CDC225010ACD}"/>
                </a:ext>
              </a:extLst>
            </p:cNvPr>
            <p:cNvSpPr/>
            <p:nvPr/>
          </p:nvSpPr>
          <p:spPr>
            <a:xfrm rot="1735755">
              <a:off x="2503086" y="2602905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1" name="楕円 760">
              <a:extLst>
                <a:ext uri="{FF2B5EF4-FFF2-40B4-BE49-F238E27FC236}">
                  <a16:creationId xmlns:a16="http://schemas.microsoft.com/office/drawing/2014/main" id="{9AD44E79-805C-73DE-1A15-53A9E0990D13}"/>
                </a:ext>
              </a:extLst>
            </p:cNvPr>
            <p:cNvSpPr/>
            <p:nvPr/>
          </p:nvSpPr>
          <p:spPr>
            <a:xfrm>
              <a:off x="2101801" y="3282022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2" name="楕円 761">
              <a:extLst>
                <a:ext uri="{FF2B5EF4-FFF2-40B4-BE49-F238E27FC236}">
                  <a16:creationId xmlns:a16="http://schemas.microsoft.com/office/drawing/2014/main" id="{735EB6D3-3D4E-4FFB-EC4C-C4D3B7BDA635}"/>
                </a:ext>
              </a:extLst>
            </p:cNvPr>
            <p:cNvSpPr/>
            <p:nvPr/>
          </p:nvSpPr>
          <p:spPr>
            <a:xfrm rot="20142941">
              <a:off x="4511160" y="2628142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3" name="楕円 762">
              <a:extLst>
                <a:ext uri="{FF2B5EF4-FFF2-40B4-BE49-F238E27FC236}">
                  <a16:creationId xmlns:a16="http://schemas.microsoft.com/office/drawing/2014/main" id="{E296DAEA-D897-FF3F-DB16-B4592EFB6F76}"/>
                </a:ext>
              </a:extLst>
            </p:cNvPr>
            <p:cNvSpPr/>
            <p:nvPr/>
          </p:nvSpPr>
          <p:spPr>
            <a:xfrm>
              <a:off x="2775283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4" name="楕円 763">
              <a:extLst>
                <a:ext uri="{FF2B5EF4-FFF2-40B4-BE49-F238E27FC236}">
                  <a16:creationId xmlns:a16="http://schemas.microsoft.com/office/drawing/2014/main" id="{9FD8A20A-AD85-7C59-22D8-7A862738C734}"/>
                </a:ext>
              </a:extLst>
            </p:cNvPr>
            <p:cNvSpPr/>
            <p:nvPr/>
          </p:nvSpPr>
          <p:spPr>
            <a:xfrm rot="16617381">
              <a:off x="4482932" y="396767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5" name="正方形/長方形 764">
              <a:extLst>
                <a:ext uri="{FF2B5EF4-FFF2-40B4-BE49-F238E27FC236}">
                  <a16:creationId xmlns:a16="http://schemas.microsoft.com/office/drawing/2014/main" id="{63E5CB23-7AB4-E0A6-F515-3E40D1B378DE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6" name="楕円 765">
              <a:extLst>
                <a:ext uri="{FF2B5EF4-FFF2-40B4-BE49-F238E27FC236}">
                  <a16:creationId xmlns:a16="http://schemas.microsoft.com/office/drawing/2014/main" id="{D8D5CF87-14B4-94CD-00B2-2AA7957FB64C}"/>
                </a:ext>
              </a:extLst>
            </p:cNvPr>
            <p:cNvSpPr/>
            <p:nvPr/>
          </p:nvSpPr>
          <p:spPr>
            <a:xfrm>
              <a:off x="5160243" y="3290350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7" name="楕円 766">
              <a:extLst>
                <a:ext uri="{FF2B5EF4-FFF2-40B4-BE49-F238E27FC236}">
                  <a16:creationId xmlns:a16="http://schemas.microsoft.com/office/drawing/2014/main" id="{27033A34-66BA-8AAE-7046-85F5034A5E1D}"/>
                </a:ext>
              </a:extLst>
            </p:cNvPr>
            <p:cNvSpPr/>
            <p:nvPr/>
          </p:nvSpPr>
          <p:spPr>
            <a:xfrm rot="4804486">
              <a:off x="2954321" y="411260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8" name="二等辺三角形 767">
              <a:extLst>
                <a:ext uri="{FF2B5EF4-FFF2-40B4-BE49-F238E27FC236}">
                  <a16:creationId xmlns:a16="http://schemas.microsoft.com/office/drawing/2014/main" id="{2996F80E-DBBF-0827-D83F-F726C8EA0198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9" name="二等辺三角形 768">
              <a:extLst>
                <a:ext uri="{FF2B5EF4-FFF2-40B4-BE49-F238E27FC236}">
                  <a16:creationId xmlns:a16="http://schemas.microsoft.com/office/drawing/2014/main" id="{A09F4FBE-C114-6692-1BA3-7456CC7D2CD4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0" name="二等辺三角形 769">
              <a:extLst>
                <a:ext uri="{FF2B5EF4-FFF2-40B4-BE49-F238E27FC236}">
                  <a16:creationId xmlns:a16="http://schemas.microsoft.com/office/drawing/2014/main" id="{C0CCE723-A8D2-59C1-2DFE-90B7DE3A54D7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1" name="二等辺三角形 770">
              <a:extLst>
                <a:ext uri="{FF2B5EF4-FFF2-40B4-BE49-F238E27FC236}">
                  <a16:creationId xmlns:a16="http://schemas.microsoft.com/office/drawing/2014/main" id="{5047070A-975A-A841-ECF8-230B79CF760A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72" name="グループ化 771">
            <a:extLst>
              <a:ext uri="{FF2B5EF4-FFF2-40B4-BE49-F238E27FC236}">
                <a16:creationId xmlns:a16="http://schemas.microsoft.com/office/drawing/2014/main" id="{C8666216-5D8A-E375-8899-FB4FE001A819}"/>
              </a:ext>
            </a:extLst>
          </p:cNvPr>
          <p:cNvGrpSpPr/>
          <p:nvPr/>
        </p:nvGrpSpPr>
        <p:grpSpPr>
          <a:xfrm>
            <a:off x="8949720" y="3139440"/>
            <a:ext cx="3123842" cy="3658535"/>
            <a:chOff x="2434019" y="1645250"/>
            <a:chExt cx="2772948" cy="3099915"/>
          </a:xfrm>
        </p:grpSpPr>
        <p:sp>
          <p:nvSpPr>
            <p:cNvPr id="773" name="楕円 772">
              <a:extLst>
                <a:ext uri="{FF2B5EF4-FFF2-40B4-BE49-F238E27FC236}">
                  <a16:creationId xmlns:a16="http://schemas.microsoft.com/office/drawing/2014/main" id="{FF88BFB2-2983-5C69-76B1-88C12CC9E677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4" name="正方形/長方形 773">
              <a:extLst>
                <a:ext uri="{FF2B5EF4-FFF2-40B4-BE49-F238E27FC236}">
                  <a16:creationId xmlns:a16="http://schemas.microsoft.com/office/drawing/2014/main" id="{C37385BC-6104-2C70-F31C-40673D8BE4BB}"/>
                </a:ext>
              </a:extLst>
            </p:cNvPr>
            <p:cNvSpPr/>
            <p:nvPr/>
          </p:nvSpPr>
          <p:spPr>
            <a:xfrm rot="517136">
              <a:off x="4780462" y="23330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75" name="正方形/長方形 774">
              <a:extLst>
                <a:ext uri="{FF2B5EF4-FFF2-40B4-BE49-F238E27FC236}">
                  <a16:creationId xmlns:a16="http://schemas.microsoft.com/office/drawing/2014/main" id="{70AA16C8-5935-C891-7952-5E8EF67EA326}"/>
                </a:ext>
              </a:extLst>
            </p:cNvPr>
            <p:cNvSpPr/>
            <p:nvPr/>
          </p:nvSpPr>
          <p:spPr>
            <a:xfrm rot="21204511">
              <a:off x="2546324" y="21472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6" name="楕円 775">
              <a:extLst>
                <a:ext uri="{FF2B5EF4-FFF2-40B4-BE49-F238E27FC236}">
                  <a16:creationId xmlns:a16="http://schemas.microsoft.com/office/drawing/2014/main" id="{7BBE66F8-469B-C004-1741-3AE75D5C5921}"/>
                </a:ext>
              </a:extLst>
            </p:cNvPr>
            <p:cNvSpPr/>
            <p:nvPr/>
          </p:nvSpPr>
          <p:spPr>
            <a:xfrm rot="1304466">
              <a:off x="2440028" y="2564725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7" name="楕円 776">
              <a:extLst>
                <a:ext uri="{FF2B5EF4-FFF2-40B4-BE49-F238E27FC236}">
                  <a16:creationId xmlns:a16="http://schemas.microsoft.com/office/drawing/2014/main" id="{860678D7-AE7D-934B-AAA1-53A37B31DCED}"/>
                </a:ext>
              </a:extLst>
            </p:cNvPr>
            <p:cNvSpPr/>
            <p:nvPr/>
          </p:nvSpPr>
          <p:spPr>
            <a:xfrm>
              <a:off x="2434019" y="1962431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8" name="楕円 777">
              <a:extLst>
                <a:ext uri="{FF2B5EF4-FFF2-40B4-BE49-F238E27FC236}">
                  <a16:creationId xmlns:a16="http://schemas.microsoft.com/office/drawing/2014/main" id="{8F6FA824-5861-21D9-11D2-8C3BAC34C30D}"/>
                </a:ext>
              </a:extLst>
            </p:cNvPr>
            <p:cNvSpPr/>
            <p:nvPr/>
          </p:nvSpPr>
          <p:spPr>
            <a:xfrm rot="21142850">
              <a:off x="4528333" y="2628646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9" name="楕円 778">
              <a:extLst>
                <a:ext uri="{FF2B5EF4-FFF2-40B4-BE49-F238E27FC236}">
                  <a16:creationId xmlns:a16="http://schemas.microsoft.com/office/drawing/2014/main" id="{17C5531E-FBAF-1770-6BA2-71283E929B72}"/>
                </a:ext>
              </a:extLst>
            </p:cNvPr>
            <p:cNvSpPr/>
            <p:nvPr/>
          </p:nvSpPr>
          <p:spPr>
            <a:xfrm>
              <a:off x="2775284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0" name="楕円 779">
              <a:extLst>
                <a:ext uri="{FF2B5EF4-FFF2-40B4-BE49-F238E27FC236}">
                  <a16:creationId xmlns:a16="http://schemas.microsoft.com/office/drawing/2014/main" id="{586FA5D9-6568-040D-6AC7-8C943F2B2865}"/>
                </a:ext>
              </a:extLst>
            </p:cNvPr>
            <p:cNvSpPr/>
            <p:nvPr/>
          </p:nvSpPr>
          <p:spPr>
            <a:xfrm rot="15824319">
              <a:off x="4451411" y="4058060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1" name="正方形/長方形 780">
              <a:extLst>
                <a:ext uri="{FF2B5EF4-FFF2-40B4-BE49-F238E27FC236}">
                  <a16:creationId xmlns:a16="http://schemas.microsoft.com/office/drawing/2014/main" id="{EEBBA48B-3BF1-9279-0DE0-790F41EB09DA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2" name="楕円 781">
              <a:extLst>
                <a:ext uri="{FF2B5EF4-FFF2-40B4-BE49-F238E27FC236}">
                  <a16:creationId xmlns:a16="http://schemas.microsoft.com/office/drawing/2014/main" id="{473A19F5-1828-7A5B-6075-4F4489DD4BAC}"/>
                </a:ext>
              </a:extLst>
            </p:cNvPr>
            <p:cNvSpPr/>
            <p:nvPr/>
          </p:nvSpPr>
          <p:spPr>
            <a:xfrm>
              <a:off x="4761817" y="2040686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83" name="楕円 782">
              <a:extLst>
                <a:ext uri="{FF2B5EF4-FFF2-40B4-BE49-F238E27FC236}">
                  <a16:creationId xmlns:a16="http://schemas.microsoft.com/office/drawing/2014/main" id="{136C1D16-1A75-4BD9-307B-3802FFB96BBC}"/>
                </a:ext>
              </a:extLst>
            </p:cNvPr>
            <p:cNvSpPr/>
            <p:nvPr/>
          </p:nvSpPr>
          <p:spPr>
            <a:xfrm rot="5931057">
              <a:off x="2769793" y="400501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4" name="二等辺三角形 783">
              <a:extLst>
                <a:ext uri="{FF2B5EF4-FFF2-40B4-BE49-F238E27FC236}">
                  <a16:creationId xmlns:a16="http://schemas.microsoft.com/office/drawing/2014/main" id="{14EFCE36-3B25-7293-304B-166BF98095B3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5" name="二等辺三角形 784">
              <a:extLst>
                <a:ext uri="{FF2B5EF4-FFF2-40B4-BE49-F238E27FC236}">
                  <a16:creationId xmlns:a16="http://schemas.microsoft.com/office/drawing/2014/main" id="{9A55B68B-1C1C-DF03-BC46-A2F37C15BAE6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6" name="二等辺三角形 785">
              <a:extLst>
                <a:ext uri="{FF2B5EF4-FFF2-40B4-BE49-F238E27FC236}">
                  <a16:creationId xmlns:a16="http://schemas.microsoft.com/office/drawing/2014/main" id="{3D48AA5C-EC5C-F2C9-E912-3DDBF6DF2D5B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7" name="二等辺三角形 786">
              <a:extLst>
                <a:ext uri="{FF2B5EF4-FFF2-40B4-BE49-F238E27FC236}">
                  <a16:creationId xmlns:a16="http://schemas.microsoft.com/office/drawing/2014/main" id="{B0A9B9D7-CFAD-DF75-B705-533BE33D97CA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0AE840-467E-61F3-504F-C83C9DD61BBB}"/>
              </a:ext>
            </a:extLst>
          </p:cNvPr>
          <p:cNvSpPr txBox="1"/>
          <p:nvPr/>
        </p:nvSpPr>
        <p:spPr>
          <a:xfrm rot="21255721">
            <a:off x="989379" y="3005761"/>
            <a:ext cx="2406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solidFill>
                  <a:srgbClr val="FF5B5B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建物を破壊！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C89499B-B033-E299-674D-A3D8433A18C0}"/>
              </a:ext>
            </a:extLst>
          </p:cNvPr>
          <p:cNvSpPr txBox="1"/>
          <p:nvPr/>
        </p:nvSpPr>
        <p:spPr>
          <a:xfrm rot="255874">
            <a:off x="9349294" y="2419408"/>
            <a:ext cx="2585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solidFill>
                  <a:srgbClr val="FF5B5B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サイズアップ！</a:t>
            </a:r>
          </a:p>
        </p:txBody>
      </p:sp>
      <p:pic>
        <p:nvPicPr>
          <p:cNvPr id="11" name="グラフィックス 10" descr="矢印: 直線 単色塗りつぶし">
            <a:extLst>
              <a:ext uri="{FF2B5EF4-FFF2-40B4-BE49-F238E27FC236}">
                <a16:creationId xmlns:a16="http://schemas.microsoft.com/office/drawing/2014/main" id="{6C900337-4F6A-9E9D-A8CD-1F3CD30B3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489863" y="3387051"/>
            <a:ext cx="1386347" cy="1386347"/>
          </a:xfrm>
          <a:prstGeom prst="rect">
            <a:avLst/>
          </a:prstGeom>
        </p:spPr>
      </p:pic>
      <p:pic>
        <p:nvPicPr>
          <p:cNvPr id="512" name="グラフィックス 511" descr="矢印: 直線 単色塗りつぶし">
            <a:extLst>
              <a:ext uri="{FF2B5EF4-FFF2-40B4-BE49-F238E27FC236}">
                <a16:creationId xmlns:a16="http://schemas.microsoft.com/office/drawing/2014/main" id="{EA77CFA0-4F11-62FE-AA4C-9573AADFA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929445" y="3377056"/>
            <a:ext cx="1386347" cy="138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8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グループ化 253">
            <a:extLst>
              <a:ext uri="{FF2B5EF4-FFF2-40B4-BE49-F238E27FC236}">
                <a16:creationId xmlns:a16="http://schemas.microsoft.com/office/drawing/2014/main" id="{9B92E02E-C805-3B60-DE2E-BE4197C16BDE}"/>
              </a:ext>
            </a:extLst>
          </p:cNvPr>
          <p:cNvGrpSpPr/>
          <p:nvPr/>
        </p:nvGrpSpPr>
        <p:grpSpPr>
          <a:xfrm>
            <a:off x="5981522" y="4391197"/>
            <a:ext cx="2190499" cy="2183919"/>
            <a:chOff x="1387203" y="2001633"/>
            <a:chExt cx="3726884" cy="3792015"/>
          </a:xfrm>
        </p:grpSpPr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3B53B496-CDEA-9BC4-273F-798FCBF911FA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3EC3EF14-29C6-5778-8718-9EEA36E656B2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3F71568F-06CC-4C23-C061-679CB00359E3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B69776DF-A2BC-B802-436A-983AB362DA70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D33063CD-3728-1C46-90E2-90F5D69E8E7B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84F03801-0C1B-B268-DFB1-30621C1CE1D3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2B11E608-5129-89A3-6B7E-80B8D9843EF1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2" name="正方形/長方形 261">
              <a:extLst>
                <a:ext uri="{FF2B5EF4-FFF2-40B4-BE49-F238E27FC236}">
                  <a16:creationId xmlns:a16="http://schemas.microsoft.com/office/drawing/2014/main" id="{873290F6-E0AA-100A-F7F8-7FBDC64192E0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A0BD68F9-57F5-DD37-7350-9D5A77D201F7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4" name="正方形/長方形 263">
              <a:extLst>
                <a:ext uri="{FF2B5EF4-FFF2-40B4-BE49-F238E27FC236}">
                  <a16:creationId xmlns:a16="http://schemas.microsoft.com/office/drawing/2014/main" id="{CAC278BF-6513-C068-C49F-5EFDF682FABC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5" name="正方形/長方形 264">
              <a:extLst>
                <a:ext uri="{FF2B5EF4-FFF2-40B4-BE49-F238E27FC236}">
                  <a16:creationId xmlns:a16="http://schemas.microsoft.com/office/drawing/2014/main" id="{9C7F433B-765E-0BBC-32B9-3BC0264815EB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3A66F071-9FCB-64CF-2757-809DA0F747BA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44803E5E-448B-F8D8-2D84-A89C6D239CBC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8" name="正方形/長方形 267">
              <a:extLst>
                <a:ext uri="{FF2B5EF4-FFF2-40B4-BE49-F238E27FC236}">
                  <a16:creationId xmlns:a16="http://schemas.microsoft.com/office/drawing/2014/main" id="{0B75B846-4FE7-42FE-2F61-68934A1E349A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9" name="正方形/長方形 268">
              <a:extLst>
                <a:ext uri="{FF2B5EF4-FFF2-40B4-BE49-F238E27FC236}">
                  <a16:creationId xmlns:a16="http://schemas.microsoft.com/office/drawing/2014/main" id="{9820D86F-15B6-F6E3-8E72-74719D90992E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0" name="正方形/長方形 269">
              <a:extLst>
                <a:ext uri="{FF2B5EF4-FFF2-40B4-BE49-F238E27FC236}">
                  <a16:creationId xmlns:a16="http://schemas.microsoft.com/office/drawing/2014/main" id="{21737A81-CE34-8EFC-C075-2361A03DD564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1ECFF5C2-D6EA-F38F-6D20-8779466C7849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C3352452-90C7-8E86-1F49-A79076A5DC73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47E6B202-3D84-5BB9-0F75-222A2A99B13D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9080BA82-13C8-17C4-08B5-3DD17A546D51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C595E639-8428-14B4-C101-6E086F12A9D1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A99B3E31-1ABB-1B9A-3663-493B07633469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3DB03551-35C7-F7C9-DB5F-00129D302982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9D23B64E-523C-53F9-7FF5-F59F13B6B4A7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94EB7901-B253-6C5C-1DE9-8FCBF064436A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3967D2AE-A9E0-69D0-F007-93490CCD0604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69A7A155-5A4E-FE6C-48D3-F7F1F53558DB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6D48A9AE-0384-656D-1D68-D786A751D4BA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73E09D1B-F501-4F0E-6F43-4B89D37DC567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45421E04-B254-B23E-5AE5-B01CD33C8488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BDB015AB-A9C8-22D2-2C56-9EEAE135466C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8E3E3F9D-ED7F-8D56-6DC0-C29547FEA757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6DFC6474-F3F4-53D5-9643-2F7AED340576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B12EF3E9-C7F9-F807-1C76-39D7940832A2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58F4159D-59E5-17F9-5CB9-4A18D14E30D5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AEB84FB9-FC0F-E81D-6895-31AA16BE1026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D80194FE-DD02-DE3B-18A3-B9C1EE61F58E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B6F361F9-0381-803D-0266-383E54856970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B0F029EB-64F1-8E1B-A771-367C4DDA9B8D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7C6E29D9-C912-09B5-B7E1-0070F52AA97A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3EBC4BD4-547C-9AB2-4D24-C360C1F39734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D9339880-26E5-B229-A78F-A9867F4F9C31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A4EFD34D-7D9B-0872-647B-B3636F41EF9D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8" name="正方形/長方形 297">
              <a:extLst>
                <a:ext uri="{FF2B5EF4-FFF2-40B4-BE49-F238E27FC236}">
                  <a16:creationId xmlns:a16="http://schemas.microsoft.com/office/drawing/2014/main" id="{90475E1E-DD4B-0B84-0422-2F72B2AE7B7D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9" name="正方形/長方形 298">
              <a:extLst>
                <a:ext uri="{FF2B5EF4-FFF2-40B4-BE49-F238E27FC236}">
                  <a16:creationId xmlns:a16="http://schemas.microsoft.com/office/drawing/2014/main" id="{1578803D-CB87-F8BF-E21A-2B85B56456FF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0" name="正方形/長方形 299">
              <a:extLst>
                <a:ext uri="{FF2B5EF4-FFF2-40B4-BE49-F238E27FC236}">
                  <a16:creationId xmlns:a16="http://schemas.microsoft.com/office/drawing/2014/main" id="{144626E3-39FB-58CA-E65D-CF38C76422ED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1" name="正方形/長方形 300">
              <a:extLst>
                <a:ext uri="{FF2B5EF4-FFF2-40B4-BE49-F238E27FC236}">
                  <a16:creationId xmlns:a16="http://schemas.microsoft.com/office/drawing/2014/main" id="{84D86DB2-6186-7642-CE02-CD0CA8376260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2" name="正方形/長方形 301">
              <a:extLst>
                <a:ext uri="{FF2B5EF4-FFF2-40B4-BE49-F238E27FC236}">
                  <a16:creationId xmlns:a16="http://schemas.microsoft.com/office/drawing/2014/main" id="{0D195F36-F57D-D422-7EFA-5B622B28B4EF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3" name="正方形/長方形 302">
              <a:extLst>
                <a:ext uri="{FF2B5EF4-FFF2-40B4-BE49-F238E27FC236}">
                  <a16:creationId xmlns:a16="http://schemas.microsoft.com/office/drawing/2014/main" id="{226245B1-67BC-5A9A-6054-AC9A7E87194F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4" name="正方形/長方形 303">
              <a:extLst>
                <a:ext uri="{FF2B5EF4-FFF2-40B4-BE49-F238E27FC236}">
                  <a16:creationId xmlns:a16="http://schemas.microsoft.com/office/drawing/2014/main" id="{09361CC8-3125-981B-971A-BF7D1615B8D4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5" name="正方形/長方形 304">
              <a:extLst>
                <a:ext uri="{FF2B5EF4-FFF2-40B4-BE49-F238E27FC236}">
                  <a16:creationId xmlns:a16="http://schemas.microsoft.com/office/drawing/2014/main" id="{1561B4D5-B556-9E21-6DDD-71FBC5D6D511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6" name="正方形/長方形 305">
              <a:extLst>
                <a:ext uri="{FF2B5EF4-FFF2-40B4-BE49-F238E27FC236}">
                  <a16:creationId xmlns:a16="http://schemas.microsoft.com/office/drawing/2014/main" id="{53AA5327-925E-AC02-95C5-1BE5786402C4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7" name="正方形/長方形 306">
              <a:extLst>
                <a:ext uri="{FF2B5EF4-FFF2-40B4-BE49-F238E27FC236}">
                  <a16:creationId xmlns:a16="http://schemas.microsoft.com/office/drawing/2014/main" id="{F58AFC2D-572E-6BB9-B8BE-FC230E09FD49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3073BEBA-9DB4-DA23-7BA3-D60E3A4E2964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0FA04228-3FEA-9A07-639A-096FD4630230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24243498-3C01-25A0-D008-DA768F5E9978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A8965B2E-298D-D2D6-DE31-6BA5391A8215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D6488BA3-B6FD-8394-0A36-D7D0C32FA420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43482A76-01D4-2590-F4FA-AC290C267BA3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811E7250-B280-AE1C-23A8-1E7C7A967A3A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34ABD111-ACF4-39F2-5D04-7F560593D190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7A430734-C616-31AB-70B0-34B765498980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5E6ACDAE-BE9B-BA6D-4CC4-0AD9AD447A8D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8DC1FD68-944A-08B4-CFC6-BCA3CFE4BFBF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126C8B45-D22E-2D3E-5593-597FA3AE45E4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ABC58C19-D57E-007E-2701-1D8D519A69E2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27F92ED4-7554-609A-466D-BB11AAD8DD1D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21333A1E-6964-5A6D-FE14-39FF6E35D1AD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48B47C65-78F0-3481-2388-F50034CEF344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60B2B44A-6583-2F4B-8E7C-F37CB61F76E0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ABC7E9F7-C08C-8553-FB33-4A312E0525A5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322C1F5C-60BB-62AB-50F9-D83F11A621F0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A5A2972F-DFEE-8B0D-55EB-3F5FBC2F62BA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01834101-AEBE-D05E-6E35-5DF854106815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3FFB9D01-5619-5635-FCD3-EDEF5CE59236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80FCD7AD-3854-68AA-1241-58C732012CBB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62DDA945-219F-C69E-A683-29223D345258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2" name="正方形/長方形 331">
              <a:extLst>
                <a:ext uri="{FF2B5EF4-FFF2-40B4-BE49-F238E27FC236}">
                  <a16:creationId xmlns:a16="http://schemas.microsoft.com/office/drawing/2014/main" id="{4CD11FD5-A84C-2792-7D96-81B64B570ACB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292FDAEA-1FFE-AA45-2E43-7A07F3ECB09E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4" name="正方形/長方形 333">
              <a:extLst>
                <a:ext uri="{FF2B5EF4-FFF2-40B4-BE49-F238E27FC236}">
                  <a16:creationId xmlns:a16="http://schemas.microsoft.com/office/drawing/2014/main" id="{C15D1EE4-BB8D-3EA0-F142-61944806BDC8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5" name="正方形/長方形 334">
              <a:extLst>
                <a:ext uri="{FF2B5EF4-FFF2-40B4-BE49-F238E27FC236}">
                  <a16:creationId xmlns:a16="http://schemas.microsoft.com/office/drawing/2014/main" id="{A4D60538-8B15-7B6D-FBFB-6887715E5851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6" name="正方形/長方形 335">
              <a:extLst>
                <a:ext uri="{FF2B5EF4-FFF2-40B4-BE49-F238E27FC236}">
                  <a16:creationId xmlns:a16="http://schemas.microsoft.com/office/drawing/2014/main" id="{49153063-1885-E3AB-D795-BD59BD41537A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7" name="正方形/長方形 336">
              <a:extLst>
                <a:ext uri="{FF2B5EF4-FFF2-40B4-BE49-F238E27FC236}">
                  <a16:creationId xmlns:a16="http://schemas.microsoft.com/office/drawing/2014/main" id="{963923C2-3A73-DC00-EDFB-21CDFF4F7FE4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8" name="正方形/長方形 337">
              <a:extLst>
                <a:ext uri="{FF2B5EF4-FFF2-40B4-BE49-F238E27FC236}">
                  <a16:creationId xmlns:a16="http://schemas.microsoft.com/office/drawing/2014/main" id="{579EB685-29A2-F9E6-DC42-7381FFA51E48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9" name="正方形/長方形 338">
              <a:extLst>
                <a:ext uri="{FF2B5EF4-FFF2-40B4-BE49-F238E27FC236}">
                  <a16:creationId xmlns:a16="http://schemas.microsoft.com/office/drawing/2014/main" id="{003202BD-FA0C-A9B6-C03A-AFC9D826EA1F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0" name="正方形/長方形 339">
              <a:extLst>
                <a:ext uri="{FF2B5EF4-FFF2-40B4-BE49-F238E27FC236}">
                  <a16:creationId xmlns:a16="http://schemas.microsoft.com/office/drawing/2014/main" id="{F86D2215-E2ED-DC30-DC6C-8C851A32DCA6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49ACD9A8-C78E-B5CE-3284-91F10D1B1CC8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2" name="正方形/長方形 341">
              <a:extLst>
                <a:ext uri="{FF2B5EF4-FFF2-40B4-BE49-F238E27FC236}">
                  <a16:creationId xmlns:a16="http://schemas.microsoft.com/office/drawing/2014/main" id="{983C4D90-5C38-8CA7-7658-B341B19177B9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3" name="正方形/長方形 342">
              <a:extLst>
                <a:ext uri="{FF2B5EF4-FFF2-40B4-BE49-F238E27FC236}">
                  <a16:creationId xmlns:a16="http://schemas.microsoft.com/office/drawing/2014/main" id="{1BB74A33-E696-2680-2E50-5FC024949963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4" name="正方形/長方形 343">
              <a:extLst>
                <a:ext uri="{FF2B5EF4-FFF2-40B4-BE49-F238E27FC236}">
                  <a16:creationId xmlns:a16="http://schemas.microsoft.com/office/drawing/2014/main" id="{72F72EEA-A3B6-2C51-113A-A1A4A7E0C582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644A6A43-08E7-C053-6247-207161952D8A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EB77FB27-C196-B422-F580-53A96D5B8CBB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AFEAA0E7-35F4-8E7B-095C-B09AE49DB2AD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1D101715-DC03-D780-549B-8511BF9BDBE8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E861951A-96C8-066C-8EDE-510D2C48D89B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870FB70B-B0A9-AB24-B8AF-A745F11B7E9E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D8818A11-C07A-93D4-455B-2224A8E01BC1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EE415233-7F9C-0A1C-B129-D309592A3180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04BFBD95-E8F2-449B-5814-6170B2842C28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2122358C-B76E-1560-ECE3-4CBBCC6E550F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B7991A56-4CB6-0D9A-6E7C-3CB155053FD5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53C79835-847A-9322-48F3-DFB3540118D0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F2F1B712-26B7-CB09-A5EE-9F654993E30C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50D199-0A5F-5E54-F0FE-07838A7EBF3C}"/>
              </a:ext>
            </a:extLst>
          </p:cNvPr>
          <p:cNvSpPr txBox="1"/>
          <p:nvPr/>
        </p:nvSpPr>
        <p:spPr>
          <a:xfrm>
            <a:off x="-4919" y="-14467"/>
            <a:ext cx="3161073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75" b="1" dirty="0">
                <a:solidFill>
                  <a:srgbClr val="8A6B3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ゲームルール</a:t>
            </a:r>
            <a:endParaRPr lang="en-US" altLang="ja-JP" sz="3575" b="1" dirty="0">
              <a:solidFill>
                <a:srgbClr val="8A6B3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3CA8C469-6F2C-F7E0-2EB4-EFB212F51D5B}"/>
              </a:ext>
            </a:extLst>
          </p:cNvPr>
          <p:cNvGrpSpPr/>
          <p:nvPr/>
        </p:nvGrpSpPr>
        <p:grpSpPr>
          <a:xfrm>
            <a:off x="2084436" y="836778"/>
            <a:ext cx="2190499" cy="2183919"/>
            <a:chOff x="1387203" y="2001633"/>
            <a:chExt cx="3726884" cy="3792015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67FABEF0-DA29-1533-5CB8-50786E2EB764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A15F01F0-F896-BDF3-630E-E640395F4C35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3AAF354E-94A6-F82B-2DA6-0638DEA5EF9E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081DC904-B8F4-A1FB-F33F-386F81F4DA2E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448B1FE8-39A8-2F79-78AE-B3380CAD03E2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F039703-2860-32AE-2311-E31F8AC5D00E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95C42946-4709-3DA5-AC9F-99A13D7BEBD5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A979AD20-EC45-3870-6314-065B7EF0F514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1CED6550-CF1A-1788-81D1-F08D340696FC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62442EF4-D9BC-8E83-7B45-5E3E94B9E650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95632E9E-768A-871A-9AD5-492064E20349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53539FA7-2569-86F0-CC44-6E3160521C13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B0CB64D9-C1D3-2CB9-EEAE-6C691723CE1F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BD34310D-EE9A-37C7-4216-5D7912657D6F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4F67020C-D69A-1FCE-774D-A175B73C1309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191271AA-047F-2329-17A2-93220B04F355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34E4D653-7A1A-01D1-D9E5-C907A9ADE2B8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686698F9-4FA4-61D6-4878-E02E1608429D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8C8A55EA-DDE0-E440-F10A-68E8D8049C7E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D1993CDF-CF74-182D-0B71-A93C4B1AD068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AAD0CD07-DE72-A5E4-5178-3337C47582CB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640C4168-38DF-334E-CCC4-A029E90D9361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568FCC8C-F09E-7411-9E44-9541447AED71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2CC3D734-A353-55BE-2A99-C73DE4D09E5E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AFB5488E-230D-3B02-B0E0-000BABE77674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3AAA7B92-1E7E-D837-DF19-BF45B22A08B1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3CD409A5-DD38-4105-853E-7B4026821EB9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14E5FA81-34A6-F171-9BA7-8F7AD7569FFD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17A70677-2E31-EFCA-52B7-053B91634AE0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E7790197-CD3C-B20D-A294-55FC34A54467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F243D1EF-0863-D715-2FE0-31EB5B91D787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28AB5E98-A19B-168C-C88C-F9D14BFE6DAA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F7334F66-EDE1-BABD-6613-63BFC1DA6645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9BFCDBD5-46AF-6CF3-ABB9-EEBEF15516BC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DC3CB93A-1097-E764-2C6F-4E90F1062DAE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1C7934DE-675B-3EBC-F535-7AF282C8FAF8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433255B1-07BC-FE2D-9260-8E9E41AC833A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5FA2A1E1-93C8-3FE8-5522-CC021E566FDF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4DE3914A-AE42-E213-77A1-5989A119A597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364265E4-9A5F-B12E-AFF5-EBEF6819F85B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06CF7955-26A4-ED73-82FB-4E198A320766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97B93BBB-332A-6BEB-B426-22C3E087507D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B217236B-AA60-4E81-B401-762440784CEC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7CC88177-74B6-3D1F-A2B8-E28C01DF93A2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764C336C-0107-9D1D-D476-ED7BA672F6D3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90E28D87-FB4D-CB4A-053B-0CC20615BF16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3BB3640B-54D3-BC69-DFE6-B3FE5292A7C5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B7392675-D8D0-EF02-720F-C896719BB53D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06403C77-F32A-DA1C-CE32-53F3B316E25E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F3FAF272-5160-D9B4-F8BB-F476F248DC46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0A89AB57-2A8E-523E-1305-CA65FFE9D41E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99BD16C5-D295-861D-F247-283F463E66A8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32193E56-8A4B-04D7-310F-9922BFCBE91E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6D3DF874-7C91-5896-2256-D4635B37C899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86E24E27-A2E2-F090-44A5-4C225AB60650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98340F9C-F7CB-8719-C97C-88402D471C07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3BCA7FA0-44CC-E18E-3BAA-F34CF818120C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97F5D93A-8739-CD04-5D22-40BF7FCA168F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8323F8F2-9B9E-972F-F2DF-815A36C936D8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DDB30078-057C-E0D4-1932-067C785F20F8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BF589919-95BD-8865-BA12-551601EC5AA4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0710A5B0-6668-A89E-7253-10FE2D1A385B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7553EDC2-375A-A7C3-935B-4F710589B0DB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3CB38EF7-39A4-6484-43FD-FD48C3C4E768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C78F90CF-339B-0C83-CF74-81202F6EC6F5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294393C5-09AD-D8A8-6C56-01A78C2EDD90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FF6149CF-0636-386E-2868-D3EEE1955E4C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84B3BB6C-B0F0-4F3A-B1D0-7649F1B1F342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D04D743D-639B-1EA4-4E31-E60219C28FD0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AAB6F7DD-B87C-A8F0-3C8C-07821C85F197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8C3D6169-25FD-1E7F-6E8B-C4B449CDB2B8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7988E074-7D7B-FA8F-53E3-EDFE291B8871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74919501-66B3-E59F-C25A-B22F8D93A1A7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17818932-AD1F-2A85-2A46-6DECA1AD3A77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531BA098-9DC5-E7A7-798B-C7EA1B8B7F5A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DD2ACD2A-6E45-4206-D93E-FC6723132CCF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9488C67C-EE93-8AB2-269C-A3AC48864E75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D77AF28C-AD5D-775A-AB03-C5F8A8B1F251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F14E28F3-AD6D-E135-717E-2ECFB0B696D2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301BE0E8-FA00-AB39-3FCA-B113C9011A65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A397049A-A5BF-981F-A8E3-88C9F40A71E5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5A64B960-1779-CF39-20B2-57AB84FEB00B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FE6DF178-F0B5-2F65-40BB-FA33FE708639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21768D71-F771-F0AB-30DB-A94303E5E39C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B554E8C0-5F9A-633E-BC91-3FA23E1FDBFF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BD2B7E6B-FB90-69AD-0E4C-045A99C22BD6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26595C10-9111-B184-A4EF-0DFB1B552722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0386241B-4C37-9905-4D2B-0454E567A551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083E31F6-BB38-EE84-DB86-B7F92CE0AB17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4E558A95-B677-7832-49CA-80122970F43C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C1173C4B-FCE5-58A6-AA6A-1DB55EC28EB6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9D2631F8-C34B-EDBA-85C5-4B83C7AD8F0C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89FC0484-2405-9188-6D01-0FCCE275EE2F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DD65CF0F-CD18-CBBA-2D4B-BA6E7AFBC3C2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7020E47B-5E23-D86B-2CB7-4ABB41765ECB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D4243A37-2C16-F652-B30B-C407DB0A815D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4CB12B4E-9113-ABFB-FAE0-B59C8A49DB5C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72EB91B1-F3B8-A193-42A0-E9BD4A35DCDC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2A1CC24F-BB48-7E6C-C235-8CCB0A044754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5564E482-BDEC-BFAE-63D8-B2B2737693B7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9E656AA1-5FE1-4AE6-E546-7074497656D9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1FBB9009-4987-BAB7-4116-59F04F1FA84B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AA8D1E20-A276-083F-793F-4795C5910DE2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0" name="グループ化 149">
            <a:extLst>
              <a:ext uri="{FF2B5EF4-FFF2-40B4-BE49-F238E27FC236}">
                <a16:creationId xmlns:a16="http://schemas.microsoft.com/office/drawing/2014/main" id="{9D2AE9E0-8949-AB86-14B8-958B1BD6C0EB}"/>
              </a:ext>
            </a:extLst>
          </p:cNvPr>
          <p:cNvGrpSpPr/>
          <p:nvPr/>
        </p:nvGrpSpPr>
        <p:grpSpPr>
          <a:xfrm>
            <a:off x="8180436" y="4391197"/>
            <a:ext cx="2190499" cy="2183919"/>
            <a:chOff x="1387203" y="2001633"/>
            <a:chExt cx="3726884" cy="3792015"/>
          </a:xfrm>
        </p:grpSpPr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7240EA53-C385-E6C9-6FF9-7850F0E02D9D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3362FD8A-1F98-A44F-0EE5-ECB865010B48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C4B2C7A6-9260-6261-D227-EFF8529ABD54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5BD127DC-AE09-F3AE-5FBD-282DCEC6EA53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2743FE9A-B742-79D0-D193-160B34E80919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9D4B8916-31A8-020A-9CDD-F8BFACDF7F54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D1B289B3-E11A-C585-AB53-426F95BF8090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A0CCCB42-B919-4DB6-1E25-2D3CC0D290E4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CDB32633-0993-E33C-DB5F-7D4A531BC7B7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B3BFBAF4-AC47-D12D-0156-ECD9B440A8E4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1CD9ACDE-83CC-0FBC-ED6B-20610FB49032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54D8B55B-B8C6-9508-B226-07C46533610F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正方形/長方形 162">
              <a:extLst>
                <a:ext uri="{FF2B5EF4-FFF2-40B4-BE49-F238E27FC236}">
                  <a16:creationId xmlns:a16="http://schemas.microsoft.com/office/drawing/2014/main" id="{EE915C72-5BC7-502A-4F44-958F30F786BE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5A73010B-0D6D-854C-5241-F6132D1E55C7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2D80996C-DD53-15A0-CA71-8A6D89D75EA9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90E1A1DE-B98A-C9DB-EA39-99A1C57288D8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1EB42F02-E351-6226-B747-C2F205E9BCCF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65A8CCB5-A6C1-1BD6-3979-879BC73FDE98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4B061717-DF3C-6937-35DE-EE2B865D7996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CD88BB15-0208-3B15-B4D3-CDED8C013163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8B446EC4-D406-ECAF-FCD4-D55735A69C94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F695B74A-1565-E1B4-D8ED-7E602F430BE2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CD828F84-3E96-2AA4-5349-3BDC2902FF00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AED15EA4-C9EA-21F6-6CD1-F49EFA287E28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710BB273-2AFE-69F2-34CD-61B172DF47C1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F76EDE2C-3507-435D-6B26-070A62BA6F78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1D054BB4-4319-2EC3-A111-84B9B9EE2F73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042EB0A2-53D7-9DB8-D71E-9CAB465E6010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E6ECFC62-A8EC-51A4-9B78-D7E826C8F8C2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BF15C8FB-E027-C694-4E55-A8DCC78616B9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1C0D8A1A-0324-6D4F-94BA-D9A42FA83D46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3E9B920A-D86F-C584-CD9A-4466FB7B208E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D255D9AF-6B93-5756-156D-CF2249438B4D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3DCAE14A-7807-4FCB-8C65-204E3975CBFE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A99A54DE-59FA-1C5E-4733-9B06227106D1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4CE4CA1C-BD6A-1837-7B27-72D25348A0E4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78CC3398-9D59-D8D1-4166-C8720DF55E77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65E7A944-CE3A-EAF5-D3F6-5B831E2FC1C3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B2E3648E-A2F0-E9BD-5D95-274A708126DA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6BED380B-6ECC-B4A4-622C-954B033CB26B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3796DCEA-2A4F-8984-5B5E-EE066DC507B5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1783F96C-37C0-0F7F-FE0F-71715A81D1B0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CAE6D495-B0E8-0B10-F402-34177D2CB30C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D437BB58-FB01-A12C-54AD-C56D0CD0133D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89196644-B9B5-8DD7-AC93-A53C4CA20C8D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1059735B-77C1-6630-DF56-B9A96ED31D7A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89D8E3B9-0E4A-E447-EA01-066A342C5633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1DFACD00-CA63-E7BF-0267-0F06DFC8F55B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FB265968-FEA5-E6D8-FE13-904CE667F5AE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0" name="正方形/長方形 199">
              <a:extLst>
                <a:ext uri="{FF2B5EF4-FFF2-40B4-BE49-F238E27FC236}">
                  <a16:creationId xmlns:a16="http://schemas.microsoft.com/office/drawing/2014/main" id="{5E3C8813-643A-E6F9-0686-41F03663601B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A98DF483-AC5D-55D7-1891-13BF94D853D2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AF77AE8E-EB4A-40DA-30E5-B60F300E785A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B5EAF2ED-2D87-9C56-7073-17EEC02E308C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23564B0A-70FD-491F-A0A3-442D8D40A893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D9A2E8C8-5581-3840-9D7C-2D39A6DC07B2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DF715BC3-82F9-2968-E18A-AD166F4256CC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D8F7B70B-0596-22B5-7B7E-B967DFBEAB00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C9209F0F-838E-F6E0-CB74-4732C7B3D94F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9E901613-DB5F-35DB-B837-4A2D7C81B7FA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FC18A04B-BA24-CD68-2E40-CC6B30A0AF57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90FD35A3-4330-0B63-9D91-EA0F6926D2BB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03AA4823-A348-418C-95CF-3D4EFF00CCCD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7EE13B4F-A012-9048-CC6E-829835FC7838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FD3EF2AB-C831-B245-9561-227C8DF5EF64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8AF80FFD-CFF1-A8F5-1C2F-F41E1E87EC5C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22B23570-916B-EA71-CEAC-38CF85AA0799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4B1CBAA0-83AE-6B36-CC3D-58D5D131153C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DC4547E7-228C-C481-50C4-8393E20EFB67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9" name="正方形/長方形 218">
              <a:extLst>
                <a:ext uri="{FF2B5EF4-FFF2-40B4-BE49-F238E27FC236}">
                  <a16:creationId xmlns:a16="http://schemas.microsoft.com/office/drawing/2014/main" id="{3B827077-6F2E-1A63-CDA0-00324A94B205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0" name="正方形/長方形 219">
              <a:extLst>
                <a:ext uri="{FF2B5EF4-FFF2-40B4-BE49-F238E27FC236}">
                  <a16:creationId xmlns:a16="http://schemas.microsoft.com/office/drawing/2014/main" id="{4EA6B33C-75E2-49DB-DC8F-24A5BA73B9A2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1" name="正方形/長方形 220">
              <a:extLst>
                <a:ext uri="{FF2B5EF4-FFF2-40B4-BE49-F238E27FC236}">
                  <a16:creationId xmlns:a16="http://schemas.microsoft.com/office/drawing/2014/main" id="{51C2FFB5-4E3E-B665-7654-725A53E35043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27E34301-E15F-99B0-7692-2AF40E04A758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21AD2FCD-5B36-4E6A-FA65-B61076B30922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C10ED258-A957-0ED1-1E01-9AADB9599536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9789D4A1-AE71-13F0-0F0D-6350019D5B66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07528C46-2F96-C5F3-F3EC-764675CB0B7A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8F63B578-4E85-208D-C674-B4024CFDF0D4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9A163170-CB1A-3C4B-9DED-D40D5235FE04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8572ED2E-4154-17C2-2F8B-303FB916FEC5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F6489162-A661-8284-17A7-2B2D51D1A037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E8D89EFE-AAFF-9C8F-1660-9047A06F6177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2" name="正方形/長方形 231">
              <a:extLst>
                <a:ext uri="{FF2B5EF4-FFF2-40B4-BE49-F238E27FC236}">
                  <a16:creationId xmlns:a16="http://schemas.microsoft.com/office/drawing/2014/main" id="{DF6B34BC-F5B7-3BE8-D46D-AC39DAB7E991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3" name="正方形/長方形 232">
              <a:extLst>
                <a:ext uri="{FF2B5EF4-FFF2-40B4-BE49-F238E27FC236}">
                  <a16:creationId xmlns:a16="http://schemas.microsoft.com/office/drawing/2014/main" id="{B55AE1DC-D165-B634-D38F-2C6EA9564F9D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F31F04BF-E97A-D4F2-0437-515EBDFCC81C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C199A9FF-031E-DE25-160D-FCD0EF0378E5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677551FD-5E3C-DE12-C4EB-433C6B39B72B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655033D9-9A7F-F354-8444-021762F57BF8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5A54CE2F-DCCD-C89C-8F44-488E8D14BB4F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9" name="正方形/長方形 238">
              <a:extLst>
                <a:ext uri="{FF2B5EF4-FFF2-40B4-BE49-F238E27FC236}">
                  <a16:creationId xmlns:a16="http://schemas.microsoft.com/office/drawing/2014/main" id="{384F5BB5-A464-C316-6ACA-FCE27F9E95DA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C61C8024-5CEA-F22B-4EA7-7182209194D9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65BB438B-BDE7-C194-D86B-69601CD30898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8AA96EF2-96B2-2879-2569-360DA4864A18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A92C5670-BE54-0B5F-7340-7AF8999E4335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4" name="正方形/長方形 243">
              <a:extLst>
                <a:ext uri="{FF2B5EF4-FFF2-40B4-BE49-F238E27FC236}">
                  <a16:creationId xmlns:a16="http://schemas.microsoft.com/office/drawing/2014/main" id="{9A5B2A2B-EA73-FA66-08E5-0BADA99602E2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3C233522-FB4C-BEF0-007D-E860BF2FC3FE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E0490090-CAAB-4D7B-1A8E-F56A7775084A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F561A440-6A9F-7F65-7711-A48ADFA33F67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CCF57391-1C79-0150-7088-1D8D816644E8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FDC6387A-D3E8-3D1F-9516-0D24009207C4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2A7787A0-D178-633C-9F68-6A9CC116E99B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7E960D13-3D27-BF8D-8E5D-F1FDB0A46290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87FD4321-D2A6-0234-15B4-1F648C84768B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F2FF97D6-487B-158D-9DA8-5378C077BA3C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42" name="図 41">
            <a:extLst>
              <a:ext uri="{FF2B5EF4-FFF2-40B4-BE49-F238E27FC236}">
                <a16:creationId xmlns:a16="http://schemas.microsoft.com/office/drawing/2014/main" id="{9E2FE766-CAB8-75F1-4EDF-AA81BB42E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255" y="1100203"/>
            <a:ext cx="3105063" cy="2328797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5DDA52A-F026-1EC2-8309-A96DAF7E08EC}"/>
              </a:ext>
            </a:extLst>
          </p:cNvPr>
          <p:cNvGrpSpPr/>
          <p:nvPr/>
        </p:nvGrpSpPr>
        <p:grpSpPr>
          <a:xfrm>
            <a:off x="243144" y="1296001"/>
            <a:ext cx="2628413" cy="2288622"/>
            <a:chOff x="2101801" y="1645250"/>
            <a:chExt cx="3530716" cy="3154457"/>
          </a:xfrm>
        </p:grpSpPr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C126F024-E996-C79A-7787-64C90EB1E11A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FF8D530-21B0-ADEC-090F-FCEB57425A53}"/>
                </a:ext>
              </a:extLst>
            </p:cNvPr>
            <p:cNvSpPr/>
            <p:nvPr/>
          </p:nvSpPr>
          <p:spPr>
            <a:xfrm rot="17528695">
              <a:off x="5046584" y="2818178"/>
              <a:ext cx="296168" cy="540081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93C6C9A-A69C-B9E8-5914-203842A4A873}"/>
                </a:ext>
              </a:extLst>
            </p:cNvPr>
            <p:cNvSpPr/>
            <p:nvPr/>
          </p:nvSpPr>
          <p:spPr>
            <a:xfrm rot="2200997">
              <a:off x="2375274" y="2932457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B51B83A-3B2D-C941-48BC-1A41D8201F74}"/>
                </a:ext>
              </a:extLst>
            </p:cNvPr>
            <p:cNvSpPr/>
            <p:nvPr/>
          </p:nvSpPr>
          <p:spPr>
            <a:xfrm rot="1735755">
              <a:off x="2503086" y="2602905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643917A1-F05A-6609-9BB9-A0A0B8E8F1DE}"/>
                </a:ext>
              </a:extLst>
            </p:cNvPr>
            <p:cNvSpPr/>
            <p:nvPr/>
          </p:nvSpPr>
          <p:spPr>
            <a:xfrm>
              <a:off x="2101801" y="3282022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49A19E84-DB59-70DE-9467-02C8F2A63678}"/>
                </a:ext>
              </a:extLst>
            </p:cNvPr>
            <p:cNvSpPr/>
            <p:nvPr/>
          </p:nvSpPr>
          <p:spPr>
            <a:xfrm rot="19415566">
              <a:off x="4414443" y="2588446"/>
              <a:ext cx="678634" cy="59485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A6D360AD-DF31-554E-88B8-F968154D39ED}"/>
                </a:ext>
              </a:extLst>
            </p:cNvPr>
            <p:cNvSpPr/>
            <p:nvPr/>
          </p:nvSpPr>
          <p:spPr>
            <a:xfrm>
              <a:off x="2775283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9B77A861-00A8-9AB9-A479-9BD5F4040F26}"/>
                </a:ext>
              </a:extLst>
            </p:cNvPr>
            <p:cNvSpPr/>
            <p:nvPr/>
          </p:nvSpPr>
          <p:spPr>
            <a:xfrm rot="16617381">
              <a:off x="4482932" y="396767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1E61DE56-18EC-7062-DEA5-3DD1F3848571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28009EA2-1D41-7F1A-BF52-021D852E95AF}"/>
                </a:ext>
              </a:extLst>
            </p:cNvPr>
            <p:cNvSpPr/>
            <p:nvPr/>
          </p:nvSpPr>
          <p:spPr>
            <a:xfrm>
              <a:off x="5208602" y="2952937"/>
              <a:ext cx="423915" cy="450169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EA987487-1E35-4712-8DB7-594683357381}"/>
                </a:ext>
              </a:extLst>
            </p:cNvPr>
            <p:cNvSpPr/>
            <p:nvPr/>
          </p:nvSpPr>
          <p:spPr>
            <a:xfrm rot="4804486">
              <a:off x="2954321" y="411260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二等辺三角形 20">
              <a:extLst>
                <a:ext uri="{FF2B5EF4-FFF2-40B4-BE49-F238E27FC236}">
                  <a16:creationId xmlns:a16="http://schemas.microsoft.com/office/drawing/2014/main" id="{5096D77A-9046-7320-95A2-1D417B238A7C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B849E7BB-827A-CF0E-512D-D51C0AF0EFD8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F34DD908-A873-8C61-51FB-9657875B8CC0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20FC252C-B911-260B-7AB0-62CAF825C2F2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1B8D94C6-1A00-7C8F-FBBB-C8C1D1A1E5B7}"/>
              </a:ext>
            </a:extLst>
          </p:cNvPr>
          <p:cNvGrpSpPr/>
          <p:nvPr/>
        </p:nvGrpSpPr>
        <p:grpSpPr>
          <a:xfrm>
            <a:off x="6299922" y="3170716"/>
            <a:ext cx="2794817" cy="3273193"/>
            <a:chOff x="2434019" y="1645250"/>
            <a:chExt cx="2772948" cy="3099915"/>
          </a:xfrm>
        </p:grpSpPr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6223C080-D854-0A79-CF13-FB096FF7ED14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92C9E8E3-8323-978E-8940-B5C092EF7E16}"/>
                </a:ext>
              </a:extLst>
            </p:cNvPr>
            <p:cNvSpPr/>
            <p:nvPr/>
          </p:nvSpPr>
          <p:spPr>
            <a:xfrm rot="517136">
              <a:off x="4780462" y="23330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493A4D24-2474-8B15-93BC-01023D291848}"/>
                </a:ext>
              </a:extLst>
            </p:cNvPr>
            <p:cNvSpPr/>
            <p:nvPr/>
          </p:nvSpPr>
          <p:spPr>
            <a:xfrm rot="21204511">
              <a:off x="2546324" y="21472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45497337-5F10-D55A-CEC7-8E77682A9EDF}"/>
                </a:ext>
              </a:extLst>
            </p:cNvPr>
            <p:cNvSpPr/>
            <p:nvPr/>
          </p:nvSpPr>
          <p:spPr>
            <a:xfrm rot="1304466">
              <a:off x="2440028" y="2564725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737C9FB6-29CA-1C5E-6F5C-1110F227A4ED}"/>
                </a:ext>
              </a:extLst>
            </p:cNvPr>
            <p:cNvSpPr/>
            <p:nvPr/>
          </p:nvSpPr>
          <p:spPr>
            <a:xfrm>
              <a:off x="2434019" y="1962431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E1E2B3CE-EA9E-1B10-53D4-ABAD556A86B0}"/>
                </a:ext>
              </a:extLst>
            </p:cNvPr>
            <p:cNvSpPr/>
            <p:nvPr/>
          </p:nvSpPr>
          <p:spPr>
            <a:xfrm rot="21142850">
              <a:off x="4528333" y="2628646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FDE6BEF8-FF71-CCF9-6CEF-7616635716CA}"/>
                </a:ext>
              </a:extLst>
            </p:cNvPr>
            <p:cNvSpPr/>
            <p:nvPr/>
          </p:nvSpPr>
          <p:spPr>
            <a:xfrm>
              <a:off x="2775284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C1948157-B583-727E-C552-E550CE82CB62}"/>
                </a:ext>
              </a:extLst>
            </p:cNvPr>
            <p:cNvSpPr/>
            <p:nvPr/>
          </p:nvSpPr>
          <p:spPr>
            <a:xfrm rot="15824319">
              <a:off x="4451411" y="4058060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ADB88430-163A-0653-7C3B-72909A25D16E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7C213DEA-449E-0478-069E-F28D40CCB2E2}"/>
                </a:ext>
              </a:extLst>
            </p:cNvPr>
            <p:cNvSpPr/>
            <p:nvPr/>
          </p:nvSpPr>
          <p:spPr>
            <a:xfrm>
              <a:off x="4761817" y="2040686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6" name="楕円 35">
              <a:extLst>
                <a:ext uri="{FF2B5EF4-FFF2-40B4-BE49-F238E27FC236}">
                  <a16:creationId xmlns:a16="http://schemas.microsoft.com/office/drawing/2014/main" id="{F549068B-AE94-67D2-F217-AEA6A7A10863}"/>
                </a:ext>
              </a:extLst>
            </p:cNvPr>
            <p:cNvSpPr/>
            <p:nvPr/>
          </p:nvSpPr>
          <p:spPr>
            <a:xfrm rot="5931057">
              <a:off x="2769793" y="400501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二等辺三角形 36">
              <a:extLst>
                <a:ext uri="{FF2B5EF4-FFF2-40B4-BE49-F238E27FC236}">
                  <a16:creationId xmlns:a16="http://schemas.microsoft.com/office/drawing/2014/main" id="{4257ED06-75E1-C934-63A5-091EC01C2819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二等辺三角形 37">
              <a:extLst>
                <a:ext uri="{FF2B5EF4-FFF2-40B4-BE49-F238E27FC236}">
                  <a16:creationId xmlns:a16="http://schemas.microsoft.com/office/drawing/2014/main" id="{DC46B6AE-670F-4B2D-3260-0CB99470B370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2AFF2430-64C4-3C0C-C0EE-86603CF4677D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二等辺三角形 39">
              <a:extLst>
                <a:ext uri="{FF2B5EF4-FFF2-40B4-BE49-F238E27FC236}">
                  <a16:creationId xmlns:a16="http://schemas.microsoft.com/office/drawing/2014/main" id="{40C65D58-ABC9-BF92-2AB0-D4028F9A3BA8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49" name="グラフィックス 148" descr="線矢印: 時計回りの曲線 単色塗りつぶし">
            <a:extLst>
              <a:ext uri="{FF2B5EF4-FFF2-40B4-BE49-F238E27FC236}">
                <a16:creationId xmlns:a16="http://schemas.microsoft.com/office/drawing/2014/main" id="{BC730E2A-5FF6-F21E-6C02-0A89A2F364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764772" flipV="1">
            <a:off x="1641538" y="3725599"/>
            <a:ext cx="1534886" cy="1534886"/>
          </a:xfrm>
          <a:prstGeom prst="rect">
            <a:avLst/>
          </a:prstGeom>
        </p:spPr>
      </p:pic>
      <p:pic>
        <p:nvPicPr>
          <p:cNvPr id="359" name="グラフィックス 358" descr="原子 単色塗りつぶし">
            <a:extLst>
              <a:ext uri="{FF2B5EF4-FFF2-40B4-BE49-F238E27FC236}">
                <a16:creationId xmlns:a16="http://schemas.microsoft.com/office/drawing/2014/main" id="{97BE2802-F2DA-7EDE-8878-84B5CF8CD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9785" y="4280310"/>
            <a:ext cx="1426126" cy="1426126"/>
          </a:xfrm>
          <a:prstGeom prst="rect">
            <a:avLst/>
          </a:prstGeom>
        </p:spPr>
      </p:pic>
      <p:sp>
        <p:nvSpPr>
          <p:cNvPr id="360" name="テキスト ボックス 359">
            <a:extLst>
              <a:ext uri="{FF2B5EF4-FFF2-40B4-BE49-F238E27FC236}">
                <a16:creationId xmlns:a16="http://schemas.microsoft.com/office/drawing/2014/main" id="{149C3290-3E88-AF82-3A37-67AEE31471B8}"/>
              </a:ext>
            </a:extLst>
          </p:cNvPr>
          <p:cNvSpPr txBox="1"/>
          <p:nvPr/>
        </p:nvSpPr>
        <p:spPr>
          <a:xfrm>
            <a:off x="337288" y="5782893"/>
            <a:ext cx="42530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壊した建物からエネルギーを</a:t>
            </a:r>
            <a:endParaRPr kumimoji="1" lang="en-US" altLang="ja-JP" sz="2400" dirty="0">
              <a:solidFill>
                <a:srgbClr val="8A6B3F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r>
              <a:rPr kumimoji="1" lang="ja-JP" altLang="en-US" sz="2400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入手してサイズアップをめざす！</a:t>
            </a:r>
            <a:endParaRPr kumimoji="1" lang="en-US" altLang="ja-JP" sz="2400" dirty="0">
              <a:solidFill>
                <a:srgbClr val="8A6B3F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8A858C34-6AA0-3E9A-023D-D015403FCB6D}"/>
              </a:ext>
            </a:extLst>
          </p:cNvPr>
          <p:cNvSpPr txBox="1"/>
          <p:nvPr/>
        </p:nvSpPr>
        <p:spPr>
          <a:xfrm rot="21359670">
            <a:off x="4428546" y="2753191"/>
            <a:ext cx="6814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エネルギーをたくさん集めると</a:t>
            </a:r>
            <a:r>
              <a:rPr kumimoji="1" lang="ja-JP" altLang="en-US" sz="2800" dirty="0">
                <a:solidFill>
                  <a:srgbClr val="FF5B5B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サイズアップ</a:t>
            </a:r>
            <a:r>
              <a:rPr kumimoji="1" lang="ja-JP" altLang="en-US" sz="2800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！</a:t>
            </a:r>
            <a:endParaRPr kumimoji="1" lang="en-US" altLang="ja-JP" sz="2800" dirty="0">
              <a:solidFill>
                <a:srgbClr val="8A6B3F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E0810C-EC8F-9732-9FBA-6EC5FFEEFB10}"/>
              </a:ext>
            </a:extLst>
          </p:cNvPr>
          <p:cNvSpPr txBox="1"/>
          <p:nvPr/>
        </p:nvSpPr>
        <p:spPr>
          <a:xfrm rot="390896">
            <a:off x="8632990" y="3407808"/>
            <a:ext cx="3547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より多くの建物を壊せるように！</a:t>
            </a:r>
            <a:endParaRPr kumimoji="1" lang="en-US" altLang="ja-JP" sz="2000" dirty="0">
              <a:solidFill>
                <a:srgbClr val="8A6B3F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14CB5C-DEBB-3224-5CE6-B13E2FFA1870}"/>
              </a:ext>
            </a:extLst>
          </p:cNvPr>
          <p:cNvSpPr txBox="1"/>
          <p:nvPr/>
        </p:nvSpPr>
        <p:spPr>
          <a:xfrm>
            <a:off x="4831328" y="730793"/>
            <a:ext cx="69080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制限時間内に</a:t>
            </a:r>
            <a:r>
              <a:rPr kumimoji="1" lang="ja-JP" altLang="en-US" sz="3200" dirty="0">
                <a:solidFill>
                  <a:srgbClr val="FF5B5B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どこまで大きくなれたか</a:t>
            </a:r>
            <a:endParaRPr kumimoji="1" lang="en-US" altLang="ja-JP" sz="3200" dirty="0">
              <a:solidFill>
                <a:srgbClr val="FF5B5B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r>
              <a:rPr kumimoji="1" lang="ja-JP" altLang="en-US" sz="3200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でスコアが決まる！</a:t>
            </a:r>
            <a:endParaRPr kumimoji="1" lang="en-US" altLang="ja-JP" sz="3200" dirty="0">
              <a:solidFill>
                <a:srgbClr val="8A6B3F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8234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グループ化 278">
            <a:extLst>
              <a:ext uri="{FF2B5EF4-FFF2-40B4-BE49-F238E27FC236}">
                <a16:creationId xmlns:a16="http://schemas.microsoft.com/office/drawing/2014/main" id="{8AB03EA5-1741-E880-3B0D-F10B9685F88E}"/>
              </a:ext>
            </a:extLst>
          </p:cNvPr>
          <p:cNvGrpSpPr/>
          <p:nvPr/>
        </p:nvGrpSpPr>
        <p:grpSpPr>
          <a:xfrm>
            <a:off x="10391988" y="3509109"/>
            <a:ext cx="2195592" cy="2188997"/>
            <a:chOff x="1387203" y="2001633"/>
            <a:chExt cx="3726884" cy="3792015"/>
          </a:xfrm>
        </p:grpSpPr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5594DCFD-5A73-73FD-5CC8-3E02F045E948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F5222648-7E54-084B-5E51-F737DBB19650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9958CC53-5E99-7639-304F-C2EF73F05804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9684523F-4929-E826-095F-7FC1D5EBBE73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40CF6078-E82A-8FD3-D15B-369EC9E4F509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A7725FD0-91AC-EDC2-1C07-65CC79D6D420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5C3E8747-F767-9717-C9A4-C77C090A19E3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F11F00BB-6E00-9B3A-A97F-E60A40D7F729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8B9A5B3A-69BD-FF59-A18E-B80BCA64DA0E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E90A6614-8566-0CF1-C5F4-13387C1ADC79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5EC2658B-C871-6A35-87F0-2B4A5D6B05D9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29A88703-6DCC-674A-E8D0-3BBE054B011A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15E1DC7A-1E24-C810-85CB-FABC93F02192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399F909B-ABE4-90E9-0A58-EDA13863E6F6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C443070F-0F53-3035-BCDF-2499EF1DBF60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A4383A2F-24B1-A452-F8DD-3077DED688DD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B5B51BB7-7285-516D-61E4-A33CA59458EA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AD420767-DE68-6EBC-7EE8-5A8A4BCF8A33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8" name="正方形/長方形 297">
              <a:extLst>
                <a:ext uri="{FF2B5EF4-FFF2-40B4-BE49-F238E27FC236}">
                  <a16:creationId xmlns:a16="http://schemas.microsoft.com/office/drawing/2014/main" id="{336C76B3-BAF1-BF5D-01F4-BC32CA533ECE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9" name="正方形/長方形 298">
              <a:extLst>
                <a:ext uri="{FF2B5EF4-FFF2-40B4-BE49-F238E27FC236}">
                  <a16:creationId xmlns:a16="http://schemas.microsoft.com/office/drawing/2014/main" id="{C284BC23-F2CC-52EC-EAEA-8C458A797228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0" name="正方形/長方形 299">
              <a:extLst>
                <a:ext uri="{FF2B5EF4-FFF2-40B4-BE49-F238E27FC236}">
                  <a16:creationId xmlns:a16="http://schemas.microsoft.com/office/drawing/2014/main" id="{D776428D-8DF8-D0C3-3EBB-C6E8FCA27B94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1" name="正方形/長方形 300">
              <a:extLst>
                <a:ext uri="{FF2B5EF4-FFF2-40B4-BE49-F238E27FC236}">
                  <a16:creationId xmlns:a16="http://schemas.microsoft.com/office/drawing/2014/main" id="{C3358AF1-3382-7060-9E7D-45A03C1BC46D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2" name="正方形/長方形 301">
              <a:extLst>
                <a:ext uri="{FF2B5EF4-FFF2-40B4-BE49-F238E27FC236}">
                  <a16:creationId xmlns:a16="http://schemas.microsoft.com/office/drawing/2014/main" id="{228538A1-57E7-439C-6642-FE7590E96A8D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3" name="正方形/長方形 302">
              <a:extLst>
                <a:ext uri="{FF2B5EF4-FFF2-40B4-BE49-F238E27FC236}">
                  <a16:creationId xmlns:a16="http://schemas.microsoft.com/office/drawing/2014/main" id="{39245B0F-9DBB-A618-2780-A9C9A4FB0635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4" name="正方形/長方形 303">
              <a:extLst>
                <a:ext uri="{FF2B5EF4-FFF2-40B4-BE49-F238E27FC236}">
                  <a16:creationId xmlns:a16="http://schemas.microsoft.com/office/drawing/2014/main" id="{22CA79EC-5924-4AF9-9CB2-F4E540A282BC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5" name="正方形/長方形 304">
              <a:extLst>
                <a:ext uri="{FF2B5EF4-FFF2-40B4-BE49-F238E27FC236}">
                  <a16:creationId xmlns:a16="http://schemas.microsoft.com/office/drawing/2014/main" id="{C3F2500C-8A22-D1C9-31E9-A55FD37CB335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6" name="正方形/長方形 305">
              <a:extLst>
                <a:ext uri="{FF2B5EF4-FFF2-40B4-BE49-F238E27FC236}">
                  <a16:creationId xmlns:a16="http://schemas.microsoft.com/office/drawing/2014/main" id="{FFE57D0C-AE7F-E826-E8C5-AF5E8D79C927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7" name="正方形/長方形 306">
              <a:extLst>
                <a:ext uri="{FF2B5EF4-FFF2-40B4-BE49-F238E27FC236}">
                  <a16:creationId xmlns:a16="http://schemas.microsoft.com/office/drawing/2014/main" id="{02AAB1E3-F90B-53EE-994D-E21EBC23D5BF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1B71F343-468F-BC63-2A39-137B3E346249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7849B7C1-3844-B333-7C05-4A74B73395EA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F75C6851-3B2C-9F03-D7B4-3EA2D88F62DD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FA3B6237-3E03-CBF8-A3E2-6F3D5739BCCB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CA36F48D-5408-8F50-DBF7-86B38FFA1806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D5132944-75B1-18ED-A547-55ACBA9C19C8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7541C6E5-E85C-724F-91A2-E1F2AB3F200A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5075E896-9AB6-87DD-127A-2689A5743591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0633462E-B2A1-09D3-0764-404446442C69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F584DA65-21F2-E3DD-F2FD-7971C617413D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D7C4FF62-8474-B0B8-FE3D-E6A8BA3E37C3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93F3C8EC-0A31-679A-9FFE-58CD69FF7E29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42E854E2-3659-C238-88DC-D3D08E13C1B1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B91978DC-ACC2-39A8-FDD4-B8514479624C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3CE0A22A-0B00-7D30-5AD3-6712A282D73D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4789515B-D0F4-3D11-5BFA-BC67EAC0E068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F3A24864-8B8C-B5C8-A760-05E75B8D8603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ADC1E1C4-4645-439B-CAE6-B2178C13BB6B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65A5BEBF-6F87-FA1B-D8BA-8A964B7255E7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839197C3-6802-0855-0EFA-6F8D5D82267E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61D7544D-9456-355D-8864-F59D0961E43C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B5E389DD-22C0-678B-15E3-29A764FE49FE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98B7568D-06F3-91FC-3C47-CEF6CC9136E8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ABE89615-4691-FBCC-0635-37A5073D3408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2" name="正方形/長方形 331">
              <a:extLst>
                <a:ext uri="{FF2B5EF4-FFF2-40B4-BE49-F238E27FC236}">
                  <a16:creationId xmlns:a16="http://schemas.microsoft.com/office/drawing/2014/main" id="{D799C071-FA09-C156-041A-ECBFBF2D9EB7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57901118-EF09-10CE-4C63-1618B7061768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4" name="正方形/長方形 333">
              <a:extLst>
                <a:ext uri="{FF2B5EF4-FFF2-40B4-BE49-F238E27FC236}">
                  <a16:creationId xmlns:a16="http://schemas.microsoft.com/office/drawing/2014/main" id="{54C55BB5-826B-C301-7EAA-913C353B3CAC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5" name="正方形/長方形 334">
              <a:extLst>
                <a:ext uri="{FF2B5EF4-FFF2-40B4-BE49-F238E27FC236}">
                  <a16:creationId xmlns:a16="http://schemas.microsoft.com/office/drawing/2014/main" id="{9DEBF05F-D130-D806-5BC6-9B4AC67D9C4A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6" name="正方形/長方形 335">
              <a:extLst>
                <a:ext uri="{FF2B5EF4-FFF2-40B4-BE49-F238E27FC236}">
                  <a16:creationId xmlns:a16="http://schemas.microsoft.com/office/drawing/2014/main" id="{181D2724-5D91-BD3A-573B-893ADA501453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7" name="正方形/長方形 336">
              <a:extLst>
                <a:ext uri="{FF2B5EF4-FFF2-40B4-BE49-F238E27FC236}">
                  <a16:creationId xmlns:a16="http://schemas.microsoft.com/office/drawing/2014/main" id="{D09732A0-5153-788F-511E-B829FA2991D7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8" name="正方形/長方形 337">
              <a:extLst>
                <a:ext uri="{FF2B5EF4-FFF2-40B4-BE49-F238E27FC236}">
                  <a16:creationId xmlns:a16="http://schemas.microsoft.com/office/drawing/2014/main" id="{70A9A7AF-410E-7FD4-38B3-B28C30D9825B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9" name="正方形/長方形 338">
              <a:extLst>
                <a:ext uri="{FF2B5EF4-FFF2-40B4-BE49-F238E27FC236}">
                  <a16:creationId xmlns:a16="http://schemas.microsoft.com/office/drawing/2014/main" id="{76BBEA6C-D9D9-65DB-8447-24AA642193F6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0" name="正方形/長方形 339">
              <a:extLst>
                <a:ext uri="{FF2B5EF4-FFF2-40B4-BE49-F238E27FC236}">
                  <a16:creationId xmlns:a16="http://schemas.microsoft.com/office/drawing/2014/main" id="{C3981258-A859-584D-4FE2-A0C1E5E4FAC5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68977421-BC6C-D366-AB83-E6DAA95C2C06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2" name="正方形/長方形 341">
              <a:extLst>
                <a:ext uri="{FF2B5EF4-FFF2-40B4-BE49-F238E27FC236}">
                  <a16:creationId xmlns:a16="http://schemas.microsoft.com/office/drawing/2014/main" id="{87B31EF0-1CB9-A845-796B-924721C2D141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3" name="正方形/長方形 342">
              <a:extLst>
                <a:ext uri="{FF2B5EF4-FFF2-40B4-BE49-F238E27FC236}">
                  <a16:creationId xmlns:a16="http://schemas.microsoft.com/office/drawing/2014/main" id="{A52B574D-771D-4D43-93AC-290DE68C47F0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4" name="正方形/長方形 343">
              <a:extLst>
                <a:ext uri="{FF2B5EF4-FFF2-40B4-BE49-F238E27FC236}">
                  <a16:creationId xmlns:a16="http://schemas.microsoft.com/office/drawing/2014/main" id="{102860F2-EAA6-DC83-7C4B-556987B1864C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B45536EE-DC7C-78D6-5A7E-64DC8CF396C1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77561830-4D3E-066E-C7A6-BA4F98BCA219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759AF7EE-7318-65F7-635D-FDB10BEDD69D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7AEC7794-EC0C-7418-69F2-E0BCBAE24E85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24DEB23C-988C-6A78-2E94-14FCE6FB2DAB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3659835D-0F53-A0BB-5A48-E4B8E4F0975A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0B608676-5E94-59D0-39BC-08248D905E8A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13DA37BD-1C14-0662-E61C-EBF60B02784D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8B133D60-52C6-DC25-A00C-6D63A6FE7F49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D8593B72-ED87-B1A2-E66D-E1C3AB13CBB0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9A53BE82-094E-37EC-CC8C-F9E190C092E1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9537856F-6C26-BCEF-8FEA-5BA20C415412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CA871B1F-58B8-428F-A8D5-D64EFCBA0FD3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8" name="正方形/長方形 357">
              <a:extLst>
                <a:ext uri="{FF2B5EF4-FFF2-40B4-BE49-F238E27FC236}">
                  <a16:creationId xmlns:a16="http://schemas.microsoft.com/office/drawing/2014/main" id="{78EDD4B0-48CA-7BE6-21DE-BD68690C205F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9" name="正方形/長方形 358">
              <a:extLst>
                <a:ext uri="{FF2B5EF4-FFF2-40B4-BE49-F238E27FC236}">
                  <a16:creationId xmlns:a16="http://schemas.microsoft.com/office/drawing/2014/main" id="{7B3516A8-712B-937F-320C-ABB6F931EFCE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0" name="正方形/長方形 359">
              <a:extLst>
                <a:ext uri="{FF2B5EF4-FFF2-40B4-BE49-F238E27FC236}">
                  <a16:creationId xmlns:a16="http://schemas.microsoft.com/office/drawing/2014/main" id="{573205CA-8AF6-7ED2-C5F6-BECF824355E8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1" name="正方形/長方形 360">
              <a:extLst>
                <a:ext uri="{FF2B5EF4-FFF2-40B4-BE49-F238E27FC236}">
                  <a16:creationId xmlns:a16="http://schemas.microsoft.com/office/drawing/2014/main" id="{8AD84F2F-E4EF-661C-33C6-7345775092CC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2" name="正方形/長方形 361">
              <a:extLst>
                <a:ext uri="{FF2B5EF4-FFF2-40B4-BE49-F238E27FC236}">
                  <a16:creationId xmlns:a16="http://schemas.microsoft.com/office/drawing/2014/main" id="{4ADADAEF-F14E-E06C-0E9C-B39D3BA82EE2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3" name="正方形/長方形 362">
              <a:extLst>
                <a:ext uri="{FF2B5EF4-FFF2-40B4-BE49-F238E27FC236}">
                  <a16:creationId xmlns:a16="http://schemas.microsoft.com/office/drawing/2014/main" id="{8AB17C01-5F37-F9F5-9A96-7809C971F550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4" name="正方形/長方形 363">
              <a:extLst>
                <a:ext uri="{FF2B5EF4-FFF2-40B4-BE49-F238E27FC236}">
                  <a16:creationId xmlns:a16="http://schemas.microsoft.com/office/drawing/2014/main" id="{34572FEB-533C-081C-EE19-DD9BC3365206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5" name="正方形/長方形 364">
              <a:extLst>
                <a:ext uri="{FF2B5EF4-FFF2-40B4-BE49-F238E27FC236}">
                  <a16:creationId xmlns:a16="http://schemas.microsoft.com/office/drawing/2014/main" id="{0CE6E394-5D0B-30E5-8831-86A161AA8406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6" name="正方形/長方形 365">
              <a:extLst>
                <a:ext uri="{FF2B5EF4-FFF2-40B4-BE49-F238E27FC236}">
                  <a16:creationId xmlns:a16="http://schemas.microsoft.com/office/drawing/2014/main" id="{784D08A9-C53E-F242-2344-F01720CF3769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7" name="正方形/長方形 366">
              <a:extLst>
                <a:ext uri="{FF2B5EF4-FFF2-40B4-BE49-F238E27FC236}">
                  <a16:creationId xmlns:a16="http://schemas.microsoft.com/office/drawing/2014/main" id="{61B21962-DE23-4582-AC7B-F4EAA707DA5A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8" name="正方形/長方形 367">
              <a:extLst>
                <a:ext uri="{FF2B5EF4-FFF2-40B4-BE49-F238E27FC236}">
                  <a16:creationId xmlns:a16="http://schemas.microsoft.com/office/drawing/2014/main" id="{C97C5F19-6461-EFC7-0A44-B6AF23E25CF2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9" name="正方形/長方形 368">
              <a:extLst>
                <a:ext uri="{FF2B5EF4-FFF2-40B4-BE49-F238E27FC236}">
                  <a16:creationId xmlns:a16="http://schemas.microsoft.com/office/drawing/2014/main" id="{92988A3B-A76E-89D9-5C38-A7989B7D2AA7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0" name="正方形/長方形 369">
              <a:extLst>
                <a:ext uri="{FF2B5EF4-FFF2-40B4-BE49-F238E27FC236}">
                  <a16:creationId xmlns:a16="http://schemas.microsoft.com/office/drawing/2014/main" id="{BE031421-E989-EB4E-092D-62F4B20EDEE3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1" name="正方形/長方形 370">
              <a:extLst>
                <a:ext uri="{FF2B5EF4-FFF2-40B4-BE49-F238E27FC236}">
                  <a16:creationId xmlns:a16="http://schemas.microsoft.com/office/drawing/2014/main" id="{2E226E15-B0E0-6ED8-4AAC-50AC4DFE2B68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2" name="正方形/長方形 371">
              <a:extLst>
                <a:ext uri="{FF2B5EF4-FFF2-40B4-BE49-F238E27FC236}">
                  <a16:creationId xmlns:a16="http://schemas.microsoft.com/office/drawing/2014/main" id="{A7F5DA2D-8587-758C-6B9A-7D024350956B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3" name="正方形/長方形 372">
              <a:extLst>
                <a:ext uri="{FF2B5EF4-FFF2-40B4-BE49-F238E27FC236}">
                  <a16:creationId xmlns:a16="http://schemas.microsoft.com/office/drawing/2014/main" id="{5B0573EF-38ED-5AF7-DCCE-5DDA2768B0EF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4" name="正方形/長方形 373">
              <a:extLst>
                <a:ext uri="{FF2B5EF4-FFF2-40B4-BE49-F238E27FC236}">
                  <a16:creationId xmlns:a16="http://schemas.microsoft.com/office/drawing/2014/main" id="{8EBB9C0C-CEAB-7284-3046-B7532EF7F07D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5" name="正方形/長方形 374">
              <a:extLst>
                <a:ext uri="{FF2B5EF4-FFF2-40B4-BE49-F238E27FC236}">
                  <a16:creationId xmlns:a16="http://schemas.microsoft.com/office/drawing/2014/main" id="{FB32D604-D809-33FE-D2EC-1FF77B343B0C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6" name="正方形/長方形 375">
              <a:extLst>
                <a:ext uri="{FF2B5EF4-FFF2-40B4-BE49-F238E27FC236}">
                  <a16:creationId xmlns:a16="http://schemas.microsoft.com/office/drawing/2014/main" id="{6174592A-030F-DCED-DDAB-B4E8384C15CB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7" name="正方形/長方形 376">
              <a:extLst>
                <a:ext uri="{FF2B5EF4-FFF2-40B4-BE49-F238E27FC236}">
                  <a16:creationId xmlns:a16="http://schemas.microsoft.com/office/drawing/2014/main" id="{F6B930B1-72FC-0E68-DB00-C556A79EE9D4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8" name="正方形/長方形 377">
              <a:extLst>
                <a:ext uri="{FF2B5EF4-FFF2-40B4-BE49-F238E27FC236}">
                  <a16:creationId xmlns:a16="http://schemas.microsoft.com/office/drawing/2014/main" id="{DFD80718-DBE9-4BCE-C09B-30A1504FFAE7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9" name="正方形/長方形 378">
              <a:extLst>
                <a:ext uri="{FF2B5EF4-FFF2-40B4-BE49-F238E27FC236}">
                  <a16:creationId xmlns:a16="http://schemas.microsoft.com/office/drawing/2014/main" id="{29B830A6-E1EE-B719-0AEA-620B8EB8909F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0" name="正方形/長方形 379">
              <a:extLst>
                <a:ext uri="{FF2B5EF4-FFF2-40B4-BE49-F238E27FC236}">
                  <a16:creationId xmlns:a16="http://schemas.microsoft.com/office/drawing/2014/main" id="{8B9E5702-D6E3-301A-4E3A-1423B5321F84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1" name="正方形/長方形 380">
              <a:extLst>
                <a:ext uri="{FF2B5EF4-FFF2-40B4-BE49-F238E27FC236}">
                  <a16:creationId xmlns:a16="http://schemas.microsoft.com/office/drawing/2014/main" id="{4043D86F-3A86-2310-36D8-96D6551F9919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2" name="正方形/長方形 381">
              <a:extLst>
                <a:ext uri="{FF2B5EF4-FFF2-40B4-BE49-F238E27FC236}">
                  <a16:creationId xmlns:a16="http://schemas.microsoft.com/office/drawing/2014/main" id="{035F9E15-F297-1D92-E424-3AC55C911319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09CE98-5FD6-EABD-98FD-118BA6701635}"/>
              </a:ext>
            </a:extLst>
          </p:cNvPr>
          <p:cNvSpPr txBox="1"/>
          <p:nvPr/>
        </p:nvSpPr>
        <p:spPr>
          <a:xfrm>
            <a:off x="-4919" y="-14467"/>
            <a:ext cx="3357719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75" b="1">
                <a:solidFill>
                  <a:srgbClr val="8A6B3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成長による変化</a:t>
            </a:r>
            <a:endParaRPr lang="en-US" altLang="ja-JP" sz="3575" b="1" dirty="0">
              <a:solidFill>
                <a:srgbClr val="8A6B3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793DDE-96BC-56ED-5629-C8AEC6E4BCCC}"/>
              </a:ext>
            </a:extLst>
          </p:cNvPr>
          <p:cNvSpPr txBox="1"/>
          <p:nvPr/>
        </p:nvSpPr>
        <p:spPr>
          <a:xfrm>
            <a:off x="628650" y="628017"/>
            <a:ext cx="24641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小サイズ</a:t>
            </a:r>
            <a:endParaRPr kumimoji="1" lang="en-US" altLang="ja-JP" sz="2800" dirty="0">
              <a:solidFill>
                <a:srgbClr val="8A6B3F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28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ビルと同じ目線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B605F8-F444-7BDF-31B8-AE9EFA613EC0}"/>
              </a:ext>
            </a:extLst>
          </p:cNvPr>
          <p:cNvSpPr txBox="1"/>
          <p:nvPr/>
        </p:nvSpPr>
        <p:spPr>
          <a:xfrm>
            <a:off x="4743450" y="628017"/>
            <a:ext cx="21916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中サイズ</a:t>
            </a:r>
            <a:endParaRPr kumimoji="1" lang="en-US" altLang="ja-JP" sz="2800" dirty="0">
              <a:solidFill>
                <a:srgbClr val="8A6B3F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28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街を見下ろす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6DB05D-E6C2-6D40-C2DF-448B59A3748B}"/>
              </a:ext>
            </a:extLst>
          </p:cNvPr>
          <p:cNvSpPr txBox="1"/>
          <p:nvPr/>
        </p:nvSpPr>
        <p:spPr>
          <a:xfrm>
            <a:off x="8871604" y="592466"/>
            <a:ext cx="32415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大サイズ</a:t>
            </a:r>
            <a:endParaRPr kumimoji="1" lang="en-US" altLang="ja-JP" sz="2800" dirty="0">
              <a:solidFill>
                <a:srgbClr val="8A6B3F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2800" dirty="0">
                <a:solidFill>
                  <a:srgbClr val="8A6B3F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おもちゃのように扱う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37802E4-AE89-50AB-2390-3A035A442793}"/>
              </a:ext>
            </a:extLst>
          </p:cNvPr>
          <p:cNvSpPr txBox="1"/>
          <p:nvPr/>
        </p:nvSpPr>
        <p:spPr>
          <a:xfrm>
            <a:off x="62271" y="6334780"/>
            <a:ext cx="12155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8A6B3F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スケールが変わるたび、街との力関係が逆転。破壊の楽しさが段階的にエスカレートしていく。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BBF74BDC-638A-F26A-D703-45EE80111757}"/>
              </a:ext>
            </a:extLst>
          </p:cNvPr>
          <p:cNvGrpSpPr/>
          <p:nvPr/>
        </p:nvGrpSpPr>
        <p:grpSpPr>
          <a:xfrm>
            <a:off x="5998526" y="3622563"/>
            <a:ext cx="2195592" cy="2188997"/>
            <a:chOff x="1387203" y="2001633"/>
            <a:chExt cx="3726884" cy="3792015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B8FBE032-A255-AFBB-9B26-130B4D13AD10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9619BEF-3CCE-7645-B4E9-581F1080676C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EBE70DC-5ACE-B84C-2439-B93D851A0CBC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3C4F72F-CDCF-5E26-332C-635AE579E920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9AE816F-AA1E-9272-DAAA-2528D52DEAF3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B4CD9BC-A3D3-9754-62D3-F0B596675FAD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EBF4C22E-3F87-0281-45A5-EF1A14CFFD1E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6AE22249-5477-AF52-154E-5ED08B3E295B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15A1BE3-79FB-3BE6-9C6C-7A230CC748CE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D35CD883-FE72-9C40-F39F-3454FA66CEF0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3553190-22B9-924B-B684-CE68BC71343C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612CA736-D6F1-C178-10AC-DC2F208E1430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2D2F7DD5-21C5-CB5E-41AB-9D5A30279E6A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84CBF950-27E3-4701-6DB4-AA2DDD1C8CF2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9C348D64-26C0-896D-4B32-DBA240004DEB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7A798FC0-0DD3-2783-B852-5264E251332E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950BF208-0291-AF43-0354-F84792CFBD8E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451BD77-498A-F6E6-4676-BAC53A78E798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D1935481-017D-1B8A-6233-25C61E9A0AB6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2D7CCBA1-F351-D174-B869-069BCE25ECC7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55A14100-F5C5-D250-E4B1-E4941C0AA79D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FEA1132A-62D4-C1CA-515C-CF86B62BE74A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013B172B-3424-78B2-5EC5-6C70084D2860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7CCD029A-623D-71BA-FD54-6DA895127B0B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401D3BC8-4B7A-871D-CFB1-1344803C2B31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4A515E4-1C7F-FCBB-B353-BF36751797FB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24934223-29C2-ABB5-634A-CE9F1DAEFEE2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74328900-EABC-0314-1435-FC0CAD5DA392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29C9C8B7-99C0-02B2-88BE-7229888ECB3C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031A253F-44EA-4D29-9604-21D941EBE8E5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6AB5B3D9-9993-06B5-0E19-A92D52130847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5C062EB3-0C41-338E-27F7-4FD832A3A343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7076075A-194C-6E31-8966-046EF59A4CA4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C64D0A3E-9635-05D4-90C8-AAE4997DB956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0CC51B6E-6A52-5E44-7497-FB177771001F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3B9DDC5-C44B-0AA0-55B6-24AD80EB86D4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D923BF8F-820C-D841-A461-5D6F95AA2BC8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93E8B394-E103-9956-B193-3222B5AE1D3C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748A53B1-0AEB-C995-6A2E-24BFB34F45E4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5A2EBF20-685D-9578-6578-83D8BBD7CC3B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227BA7D7-0552-E7A7-5790-C55C7866FC29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E8736B9B-A157-B4D9-5397-1550B592CEFA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A2198F23-0E27-763B-CC6D-5A9CF13A86D4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B93F1BC2-4D8F-2928-FE69-D8DDD671D2C7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2FC8B926-91B5-0B49-9A6F-D5196D0F342F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939E8D28-2321-3F66-8C11-C4AD2FFF20DD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509C0153-6974-871F-1DDC-AFCC99D6941E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154AE485-74E4-652B-743E-0566D4CC4A41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94E700CE-96D2-04E1-8397-A423EAC2758D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C269A3CA-4C9E-BFF2-D8B1-3C19E0D89970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D6E61097-B827-D834-23B6-715BA17CD57C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4134CD88-40E9-E18F-0673-BD94863F13C3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98912895-CDA1-9E26-496F-1FCEA4F0AFE5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6ECCB70C-E348-CEA2-B090-D152F21E2B68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FF8CA6CA-D8A2-DDF9-5006-1EB72E843C11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CC31E70A-CECF-0878-CC76-416245A06502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3241F1B3-8B68-B034-C992-93CEC7CE872E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1B795396-6731-74C7-DCE5-D011CE6CC4C3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75748F09-7807-EBA6-79DE-8C07880E0D15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77D454CB-CC8D-6467-57A4-2AFCD7B44A84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966A78E1-227C-532D-B504-7C7D56142AAA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E1A38024-4B4F-F0E0-CECA-74A0452777C8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6B03DC04-5336-4AFE-7BDC-0AE7097E1754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78C8B5C4-0E3A-7708-8718-1E64531A33B3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1D63426E-30AE-DA8D-3A68-67C3258C3584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A2634D8A-B28D-61AA-4CA5-76F1C4B2A33F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CB0EE253-7238-9FD4-5C9E-01892431E874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5AD2A517-4FE6-76DA-18A2-7298B2FDB489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161FE1A1-9252-4CE3-2FD1-48A0C3805CFB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B8C8736D-E4D7-2760-13CD-F9363CB58ACE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5C090DA8-36B7-6CE4-D0B7-BDD5CCA1424A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9C7899D4-970B-D80B-EFCA-9F69CA57571C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592492A5-A427-E4BB-CDFF-087EFAA6D4C1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E70664D5-B3AA-E029-2022-BFE2FC6E747D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C624AD74-706F-1048-1B1E-730A0373DA6E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36006E02-3B1A-FECE-1A60-17E9DEEBCD48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DF871B3B-1A91-3F18-1C8D-2F375881AF6A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3DAE94F1-89B0-6A75-1903-D5E69AA9B2E6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F57DC869-0277-6E84-7367-B5342B9C44A1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992CA707-89D9-9C20-2284-CB2B23769F39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0D8BAC6E-F0A6-F913-8718-62FAAF326D40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7520DCEC-A8BE-8BAA-C506-70B3A50881DF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11F1AB0D-04B7-4295-3873-06955D6DDAD0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E1F4BAF4-E1EC-A9D7-054B-DD7DC928CC74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B1572F9D-7016-31CE-7EB3-872EE2D2C19A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D9B13C43-A596-1A7D-EFC3-1405740633F2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3DDC86BB-3F52-FCF3-FE67-F0DAE264DBED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FCB993D7-13E8-082F-4A98-5D2AD37F3835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B300BDB2-3897-DA63-1391-87349A22F9D3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23EE85EE-B151-6B5C-670F-910C1BCEA63A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082BAECA-F8C7-11A1-3F88-B63F05B63BF7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33287F23-3B44-02C1-2CFE-7514F44DB80B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CDFAC961-741D-98F4-4891-5933BC2C57E4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17EE65DD-2036-E267-DE78-E419C9EB193C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E75CA884-456D-38EC-87C0-2180ED852480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F68D9738-9919-C4AC-ABD4-DCB7BA9489FF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8699C576-6DC0-803F-7175-E4C78B307CC4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AE280480-9BCC-1A18-8AE1-86D743BF2393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B8A465D3-1ED4-1187-40E5-ACACF337AE2A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66801A8A-20ED-96CF-A158-889E47B44F2E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9B665A36-1584-1BA4-A64D-21A34983573B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2B7A9C14-F8F4-FA10-44AF-7A9A36AC8F75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F981EA0F-D5B0-883E-B511-1CBB659EFA11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4" name="グループ化 163">
            <a:extLst>
              <a:ext uri="{FF2B5EF4-FFF2-40B4-BE49-F238E27FC236}">
                <a16:creationId xmlns:a16="http://schemas.microsoft.com/office/drawing/2014/main" id="{2B8245F4-D4C4-5BDE-D1BC-9F079F34615E}"/>
              </a:ext>
            </a:extLst>
          </p:cNvPr>
          <p:cNvGrpSpPr/>
          <p:nvPr/>
        </p:nvGrpSpPr>
        <p:grpSpPr>
          <a:xfrm>
            <a:off x="1225372" y="3622563"/>
            <a:ext cx="2195592" cy="2188997"/>
            <a:chOff x="1387203" y="2001633"/>
            <a:chExt cx="3726884" cy="3792015"/>
          </a:xfrm>
        </p:grpSpPr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668DAF3A-8D7E-9806-AEC3-90DDE7BAA3BC}"/>
                </a:ext>
              </a:extLst>
            </p:cNvPr>
            <p:cNvSpPr/>
            <p:nvPr/>
          </p:nvSpPr>
          <p:spPr>
            <a:xfrm>
              <a:off x="3868611" y="2001633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5FB92E1B-1544-0EF6-5994-2294E990D56A}"/>
                </a:ext>
              </a:extLst>
            </p:cNvPr>
            <p:cNvSpPr/>
            <p:nvPr/>
          </p:nvSpPr>
          <p:spPr>
            <a:xfrm>
              <a:off x="2627907" y="3155615"/>
              <a:ext cx="1245476" cy="2638033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1D83D5DA-B1AE-AC5C-6B45-F8433B9F1880}"/>
                </a:ext>
              </a:extLst>
            </p:cNvPr>
            <p:cNvSpPr/>
            <p:nvPr/>
          </p:nvSpPr>
          <p:spPr>
            <a:xfrm>
              <a:off x="1387203" y="2333297"/>
              <a:ext cx="1245476" cy="3460350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DA21CB6F-E555-3FD5-2A0D-B87CB932DC7D}"/>
                </a:ext>
              </a:extLst>
            </p:cNvPr>
            <p:cNvSpPr/>
            <p:nvPr/>
          </p:nvSpPr>
          <p:spPr>
            <a:xfrm>
              <a:off x="1571892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9BCE38D1-B887-D28E-3591-321BC4B475C6}"/>
                </a:ext>
              </a:extLst>
            </p:cNvPr>
            <p:cNvSpPr/>
            <p:nvPr/>
          </p:nvSpPr>
          <p:spPr>
            <a:xfrm>
              <a:off x="1829856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35E54BDE-051C-75D0-9182-6215A7797E59}"/>
                </a:ext>
              </a:extLst>
            </p:cNvPr>
            <p:cNvSpPr/>
            <p:nvPr/>
          </p:nvSpPr>
          <p:spPr>
            <a:xfrm>
              <a:off x="2087820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CFAC6748-7CCE-1595-C151-37CC097D240B}"/>
                </a:ext>
              </a:extLst>
            </p:cNvPr>
            <p:cNvSpPr/>
            <p:nvPr/>
          </p:nvSpPr>
          <p:spPr>
            <a:xfrm>
              <a:off x="2345784" y="253242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C9B436A2-77F6-A4D6-D401-6D8F29F887E7}"/>
                </a:ext>
              </a:extLst>
            </p:cNvPr>
            <p:cNvSpPr/>
            <p:nvPr/>
          </p:nvSpPr>
          <p:spPr>
            <a:xfrm>
              <a:off x="1571892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7BA7D7BC-F8F5-7ACE-FD0F-65D0048D5026}"/>
                </a:ext>
              </a:extLst>
            </p:cNvPr>
            <p:cNvSpPr/>
            <p:nvPr/>
          </p:nvSpPr>
          <p:spPr>
            <a:xfrm>
              <a:off x="1829856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19CD7E7D-5CFB-48F5-D235-C1D427D776A7}"/>
                </a:ext>
              </a:extLst>
            </p:cNvPr>
            <p:cNvSpPr/>
            <p:nvPr/>
          </p:nvSpPr>
          <p:spPr>
            <a:xfrm>
              <a:off x="2087820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0BD91367-799B-5330-16EA-EE0E39920DE0}"/>
                </a:ext>
              </a:extLst>
            </p:cNvPr>
            <p:cNvSpPr/>
            <p:nvPr/>
          </p:nvSpPr>
          <p:spPr>
            <a:xfrm>
              <a:off x="2345784" y="28972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D2DD7358-D557-EA13-0665-AF815E975F38}"/>
                </a:ext>
              </a:extLst>
            </p:cNvPr>
            <p:cNvSpPr/>
            <p:nvPr/>
          </p:nvSpPr>
          <p:spPr>
            <a:xfrm>
              <a:off x="1571892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166F6279-73C2-18EF-897D-D97D419EBAC5}"/>
                </a:ext>
              </a:extLst>
            </p:cNvPr>
            <p:cNvSpPr/>
            <p:nvPr/>
          </p:nvSpPr>
          <p:spPr>
            <a:xfrm>
              <a:off x="1829856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7DEFEF61-4B2E-3B28-0FCD-2E38C6DDF84C}"/>
                </a:ext>
              </a:extLst>
            </p:cNvPr>
            <p:cNvSpPr/>
            <p:nvPr/>
          </p:nvSpPr>
          <p:spPr>
            <a:xfrm>
              <a:off x="2087820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EB1564C6-9B10-C6B3-7704-0401FE3E542B}"/>
                </a:ext>
              </a:extLst>
            </p:cNvPr>
            <p:cNvSpPr/>
            <p:nvPr/>
          </p:nvSpPr>
          <p:spPr>
            <a:xfrm>
              <a:off x="2345784" y="326149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232B6C97-0E5B-BD6A-5168-2BCC35CA6123}"/>
                </a:ext>
              </a:extLst>
            </p:cNvPr>
            <p:cNvSpPr/>
            <p:nvPr/>
          </p:nvSpPr>
          <p:spPr>
            <a:xfrm>
              <a:off x="1571892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6CD945B9-1AB5-7453-A104-F8D064A8A7F4}"/>
                </a:ext>
              </a:extLst>
            </p:cNvPr>
            <p:cNvSpPr/>
            <p:nvPr/>
          </p:nvSpPr>
          <p:spPr>
            <a:xfrm>
              <a:off x="1829856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4A1AFF54-F53F-3954-680C-8EB6160E07EC}"/>
                </a:ext>
              </a:extLst>
            </p:cNvPr>
            <p:cNvSpPr/>
            <p:nvPr/>
          </p:nvSpPr>
          <p:spPr>
            <a:xfrm>
              <a:off x="2087820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CB8D09E4-6D6C-BFCC-C3FD-B72E1DFB0D0B}"/>
                </a:ext>
              </a:extLst>
            </p:cNvPr>
            <p:cNvSpPr/>
            <p:nvPr/>
          </p:nvSpPr>
          <p:spPr>
            <a:xfrm>
              <a:off x="2345784" y="36302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E533EE1C-DA75-B790-3594-C5CC221948CA}"/>
                </a:ext>
              </a:extLst>
            </p:cNvPr>
            <p:cNvSpPr/>
            <p:nvPr/>
          </p:nvSpPr>
          <p:spPr>
            <a:xfrm>
              <a:off x="1571892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C34AE1E9-B81B-36C8-A667-8DEBCCBFFF3F}"/>
                </a:ext>
              </a:extLst>
            </p:cNvPr>
            <p:cNvSpPr/>
            <p:nvPr/>
          </p:nvSpPr>
          <p:spPr>
            <a:xfrm>
              <a:off x="1829856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05ABC1CD-699E-701E-8734-EF73094E9372}"/>
                </a:ext>
              </a:extLst>
            </p:cNvPr>
            <p:cNvSpPr/>
            <p:nvPr/>
          </p:nvSpPr>
          <p:spPr>
            <a:xfrm>
              <a:off x="2087820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EA196044-5720-F8A7-A661-0C1C329B0D71}"/>
                </a:ext>
              </a:extLst>
            </p:cNvPr>
            <p:cNvSpPr/>
            <p:nvPr/>
          </p:nvSpPr>
          <p:spPr>
            <a:xfrm>
              <a:off x="2345784" y="399508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7F09F935-4F03-8E0F-3902-D601DBE9FEE0}"/>
                </a:ext>
              </a:extLst>
            </p:cNvPr>
            <p:cNvSpPr/>
            <p:nvPr/>
          </p:nvSpPr>
          <p:spPr>
            <a:xfrm>
              <a:off x="1571892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5885A87E-32C7-D058-6EAA-17475718A95D}"/>
                </a:ext>
              </a:extLst>
            </p:cNvPr>
            <p:cNvSpPr/>
            <p:nvPr/>
          </p:nvSpPr>
          <p:spPr>
            <a:xfrm>
              <a:off x="1829856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D3C856DC-B452-9C40-34AC-C09D3BC608CE}"/>
                </a:ext>
              </a:extLst>
            </p:cNvPr>
            <p:cNvSpPr/>
            <p:nvPr/>
          </p:nvSpPr>
          <p:spPr>
            <a:xfrm>
              <a:off x="2087820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27900165-C744-85D3-2484-2E263EC8FCFF}"/>
                </a:ext>
              </a:extLst>
            </p:cNvPr>
            <p:cNvSpPr/>
            <p:nvPr/>
          </p:nvSpPr>
          <p:spPr>
            <a:xfrm>
              <a:off x="2345784" y="435931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668EBD05-5080-4EE0-39E7-6E4DEC8E01BC}"/>
                </a:ext>
              </a:extLst>
            </p:cNvPr>
            <p:cNvSpPr/>
            <p:nvPr/>
          </p:nvSpPr>
          <p:spPr>
            <a:xfrm>
              <a:off x="1571892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B753B4ED-37B3-E692-5F7C-33EF2B922C55}"/>
                </a:ext>
              </a:extLst>
            </p:cNvPr>
            <p:cNvSpPr/>
            <p:nvPr/>
          </p:nvSpPr>
          <p:spPr>
            <a:xfrm>
              <a:off x="1829856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F51D8153-E368-E90A-8E4F-32BB37D22043}"/>
                </a:ext>
              </a:extLst>
            </p:cNvPr>
            <p:cNvSpPr/>
            <p:nvPr/>
          </p:nvSpPr>
          <p:spPr>
            <a:xfrm>
              <a:off x="2087820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297FE8E0-F480-C2DB-8697-53CD530CC91E}"/>
                </a:ext>
              </a:extLst>
            </p:cNvPr>
            <p:cNvSpPr/>
            <p:nvPr/>
          </p:nvSpPr>
          <p:spPr>
            <a:xfrm>
              <a:off x="2345784" y="471194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6C8BB3ED-DCB2-9F50-D3E8-882C2B88BA23}"/>
                </a:ext>
              </a:extLst>
            </p:cNvPr>
            <p:cNvSpPr/>
            <p:nvPr/>
          </p:nvSpPr>
          <p:spPr>
            <a:xfrm>
              <a:off x="1571892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BD259D58-3A92-BE8F-B258-BFAC5050A2B1}"/>
                </a:ext>
              </a:extLst>
            </p:cNvPr>
            <p:cNvSpPr/>
            <p:nvPr/>
          </p:nvSpPr>
          <p:spPr>
            <a:xfrm>
              <a:off x="1829856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EF6CA799-7BA4-C44A-EF23-DB1436A26757}"/>
                </a:ext>
              </a:extLst>
            </p:cNvPr>
            <p:cNvSpPr/>
            <p:nvPr/>
          </p:nvSpPr>
          <p:spPr>
            <a:xfrm>
              <a:off x="2087820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37D1F866-5417-CCAC-CEB4-8115EEC4E8DC}"/>
                </a:ext>
              </a:extLst>
            </p:cNvPr>
            <p:cNvSpPr/>
            <p:nvPr/>
          </p:nvSpPr>
          <p:spPr>
            <a:xfrm>
              <a:off x="2345784" y="507678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0" name="正方形/長方形 199">
              <a:extLst>
                <a:ext uri="{FF2B5EF4-FFF2-40B4-BE49-F238E27FC236}">
                  <a16:creationId xmlns:a16="http://schemas.microsoft.com/office/drawing/2014/main" id="{B724C762-3B4D-E9F1-D309-F617B9CF8549}"/>
                </a:ext>
              </a:extLst>
            </p:cNvPr>
            <p:cNvSpPr/>
            <p:nvPr/>
          </p:nvSpPr>
          <p:spPr>
            <a:xfrm>
              <a:off x="1571892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4D641E1E-3595-1C6C-4923-B480479E6CA9}"/>
                </a:ext>
              </a:extLst>
            </p:cNvPr>
            <p:cNvSpPr/>
            <p:nvPr/>
          </p:nvSpPr>
          <p:spPr>
            <a:xfrm>
              <a:off x="1829856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D6CE163A-914C-8F75-434A-157489ECFE95}"/>
                </a:ext>
              </a:extLst>
            </p:cNvPr>
            <p:cNvSpPr/>
            <p:nvPr/>
          </p:nvSpPr>
          <p:spPr>
            <a:xfrm>
              <a:off x="2087820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95C4187F-82A3-850D-F296-91460D1D8F54}"/>
                </a:ext>
              </a:extLst>
            </p:cNvPr>
            <p:cNvSpPr/>
            <p:nvPr/>
          </p:nvSpPr>
          <p:spPr>
            <a:xfrm>
              <a:off x="2345784" y="544101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C67209A2-4E0B-0D06-9D5F-CEF7F3D6B78D}"/>
                </a:ext>
              </a:extLst>
            </p:cNvPr>
            <p:cNvSpPr/>
            <p:nvPr/>
          </p:nvSpPr>
          <p:spPr>
            <a:xfrm>
              <a:off x="2768252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7217D289-24FD-926D-4B34-FB5EE10AC856}"/>
                </a:ext>
              </a:extLst>
            </p:cNvPr>
            <p:cNvSpPr/>
            <p:nvPr/>
          </p:nvSpPr>
          <p:spPr>
            <a:xfrm>
              <a:off x="3026216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73D7D7CD-D75F-F2A7-2DB2-E4497829DB56}"/>
                </a:ext>
              </a:extLst>
            </p:cNvPr>
            <p:cNvSpPr/>
            <p:nvPr/>
          </p:nvSpPr>
          <p:spPr>
            <a:xfrm>
              <a:off x="3284180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2D193011-3619-A398-3D91-93600A7BE12E}"/>
                </a:ext>
              </a:extLst>
            </p:cNvPr>
            <p:cNvSpPr/>
            <p:nvPr/>
          </p:nvSpPr>
          <p:spPr>
            <a:xfrm>
              <a:off x="3542144" y="337448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81F1BEE3-00A9-216A-7F89-713B91FFD11F}"/>
                </a:ext>
              </a:extLst>
            </p:cNvPr>
            <p:cNvSpPr/>
            <p:nvPr/>
          </p:nvSpPr>
          <p:spPr>
            <a:xfrm>
              <a:off x="2768252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92033C13-2584-9B20-9F6A-EC72E1F95D90}"/>
                </a:ext>
              </a:extLst>
            </p:cNvPr>
            <p:cNvSpPr/>
            <p:nvPr/>
          </p:nvSpPr>
          <p:spPr>
            <a:xfrm>
              <a:off x="3026216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5B93A0B6-35D4-1188-A43B-F430EF73C2B7}"/>
                </a:ext>
              </a:extLst>
            </p:cNvPr>
            <p:cNvSpPr/>
            <p:nvPr/>
          </p:nvSpPr>
          <p:spPr>
            <a:xfrm>
              <a:off x="3284180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7D51F23F-13BA-5214-5CE8-799566392A7B}"/>
                </a:ext>
              </a:extLst>
            </p:cNvPr>
            <p:cNvSpPr/>
            <p:nvPr/>
          </p:nvSpPr>
          <p:spPr>
            <a:xfrm>
              <a:off x="3542144" y="373932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A3F93638-3ECC-24EE-078D-E93EF5A5E858}"/>
                </a:ext>
              </a:extLst>
            </p:cNvPr>
            <p:cNvSpPr/>
            <p:nvPr/>
          </p:nvSpPr>
          <p:spPr>
            <a:xfrm>
              <a:off x="2768252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9E666C07-CE6A-67BF-4D87-170BE23DA61C}"/>
                </a:ext>
              </a:extLst>
            </p:cNvPr>
            <p:cNvSpPr/>
            <p:nvPr/>
          </p:nvSpPr>
          <p:spPr>
            <a:xfrm>
              <a:off x="3026216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899AAE92-00C8-5011-23A8-4470BC03E3CD}"/>
                </a:ext>
              </a:extLst>
            </p:cNvPr>
            <p:cNvSpPr/>
            <p:nvPr/>
          </p:nvSpPr>
          <p:spPr>
            <a:xfrm>
              <a:off x="3284180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8309B5CD-2E08-A9DE-A8AF-FFB4135B39A7}"/>
                </a:ext>
              </a:extLst>
            </p:cNvPr>
            <p:cNvSpPr/>
            <p:nvPr/>
          </p:nvSpPr>
          <p:spPr>
            <a:xfrm>
              <a:off x="3542144" y="410356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A756B61C-BFAD-F2AE-5039-EB10EC8896F6}"/>
                </a:ext>
              </a:extLst>
            </p:cNvPr>
            <p:cNvSpPr/>
            <p:nvPr/>
          </p:nvSpPr>
          <p:spPr>
            <a:xfrm>
              <a:off x="2768252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7B5B3C84-0112-78E0-CF44-EEA8690BCA26}"/>
                </a:ext>
              </a:extLst>
            </p:cNvPr>
            <p:cNvSpPr/>
            <p:nvPr/>
          </p:nvSpPr>
          <p:spPr>
            <a:xfrm>
              <a:off x="3026216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420055CA-D583-1626-E070-66E53BA77742}"/>
                </a:ext>
              </a:extLst>
            </p:cNvPr>
            <p:cNvSpPr/>
            <p:nvPr/>
          </p:nvSpPr>
          <p:spPr>
            <a:xfrm>
              <a:off x="3284180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9" name="正方形/長方形 218">
              <a:extLst>
                <a:ext uri="{FF2B5EF4-FFF2-40B4-BE49-F238E27FC236}">
                  <a16:creationId xmlns:a16="http://schemas.microsoft.com/office/drawing/2014/main" id="{43091B87-ADA0-2543-3E9E-C1D941820F7E}"/>
                </a:ext>
              </a:extLst>
            </p:cNvPr>
            <p:cNvSpPr/>
            <p:nvPr/>
          </p:nvSpPr>
          <p:spPr>
            <a:xfrm>
              <a:off x="3542144" y="445619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0" name="正方形/長方形 219">
              <a:extLst>
                <a:ext uri="{FF2B5EF4-FFF2-40B4-BE49-F238E27FC236}">
                  <a16:creationId xmlns:a16="http://schemas.microsoft.com/office/drawing/2014/main" id="{6FD56498-EC42-0BE5-03C6-A5496C5103F6}"/>
                </a:ext>
              </a:extLst>
            </p:cNvPr>
            <p:cNvSpPr/>
            <p:nvPr/>
          </p:nvSpPr>
          <p:spPr>
            <a:xfrm>
              <a:off x="2768252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1" name="正方形/長方形 220">
              <a:extLst>
                <a:ext uri="{FF2B5EF4-FFF2-40B4-BE49-F238E27FC236}">
                  <a16:creationId xmlns:a16="http://schemas.microsoft.com/office/drawing/2014/main" id="{67A8DDA7-CD00-2EEC-7D81-287E264CF386}"/>
                </a:ext>
              </a:extLst>
            </p:cNvPr>
            <p:cNvSpPr/>
            <p:nvPr/>
          </p:nvSpPr>
          <p:spPr>
            <a:xfrm>
              <a:off x="3026216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8412A605-0FA7-5039-320B-0AF92C6ECC25}"/>
                </a:ext>
              </a:extLst>
            </p:cNvPr>
            <p:cNvSpPr/>
            <p:nvPr/>
          </p:nvSpPr>
          <p:spPr>
            <a:xfrm>
              <a:off x="3284180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D0B28E1A-7EE9-89E3-9B82-8EAE7B22BA17}"/>
                </a:ext>
              </a:extLst>
            </p:cNvPr>
            <p:cNvSpPr/>
            <p:nvPr/>
          </p:nvSpPr>
          <p:spPr>
            <a:xfrm>
              <a:off x="3542144" y="482102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3216EBF6-8B06-3016-A6B1-C9883B97854C}"/>
                </a:ext>
              </a:extLst>
            </p:cNvPr>
            <p:cNvSpPr/>
            <p:nvPr/>
          </p:nvSpPr>
          <p:spPr>
            <a:xfrm>
              <a:off x="2768252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4BB886BA-9906-58E4-D877-14EBDE08AF11}"/>
                </a:ext>
              </a:extLst>
            </p:cNvPr>
            <p:cNvSpPr/>
            <p:nvPr/>
          </p:nvSpPr>
          <p:spPr>
            <a:xfrm>
              <a:off x="3026216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21BF9EF9-A48A-071D-ED00-DF3F673519B8}"/>
                </a:ext>
              </a:extLst>
            </p:cNvPr>
            <p:cNvSpPr/>
            <p:nvPr/>
          </p:nvSpPr>
          <p:spPr>
            <a:xfrm>
              <a:off x="3284180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2072CC17-0D50-458C-2D03-72B6F2D7D831}"/>
                </a:ext>
              </a:extLst>
            </p:cNvPr>
            <p:cNvSpPr/>
            <p:nvPr/>
          </p:nvSpPr>
          <p:spPr>
            <a:xfrm>
              <a:off x="3542144" y="518526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1E208932-8C41-0D9D-4520-89C80BCA12DE}"/>
                </a:ext>
              </a:extLst>
            </p:cNvPr>
            <p:cNvSpPr/>
            <p:nvPr/>
          </p:nvSpPr>
          <p:spPr>
            <a:xfrm>
              <a:off x="4018141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0D06428F-150A-03E1-8CCE-05E5C0F849F5}"/>
                </a:ext>
              </a:extLst>
            </p:cNvPr>
            <p:cNvSpPr/>
            <p:nvPr/>
          </p:nvSpPr>
          <p:spPr>
            <a:xfrm>
              <a:off x="4276105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18D84B66-0EA7-595A-B8E2-7E7F794B4675}"/>
                </a:ext>
              </a:extLst>
            </p:cNvPr>
            <p:cNvSpPr/>
            <p:nvPr/>
          </p:nvSpPr>
          <p:spPr>
            <a:xfrm>
              <a:off x="4534069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E5951103-7E06-0E17-235A-FCAA40CE8D7E}"/>
                </a:ext>
              </a:extLst>
            </p:cNvPr>
            <p:cNvSpPr/>
            <p:nvPr/>
          </p:nvSpPr>
          <p:spPr>
            <a:xfrm>
              <a:off x="4792033" y="259144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2" name="正方形/長方形 231">
              <a:extLst>
                <a:ext uri="{FF2B5EF4-FFF2-40B4-BE49-F238E27FC236}">
                  <a16:creationId xmlns:a16="http://schemas.microsoft.com/office/drawing/2014/main" id="{A99F1607-10A5-9880-2082-43195DEB45FC}"/>
                </a:ext>
              </a:extLst>
            </p:cNvPr>
            <p:cNvSpPr/>
            <p:nvPr/>
          </p:nvSpPr>
          <p:spPr>
            <a:xfrm>
              <a:off x="4018141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3" name="正方形/長方形 232">
              <a:extLst>
                <a:ext uri="{FF2B5EF4-FFF2-40B4-BE49-F238E27FC236}">
                  <a16:creationId xmlns:a16="http://schemas.microsoft.com/office/drawing/2014/main" id="{A0FDD0D1-5A36-C68F-70AE-B046156EA202}"/>
                </a:ext>
              </a:extLst>
            </p:cNvPr>
            <p:cNvSpPr/>
            <p:nvPr/>
          </p:nvSpPr>
          <p:spPr>
            <a:xfrm>
              <a:off x="4276105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9E3BAAB6-A754-8C19-4D6D-28957C629F03}"/>
                </a:ext>
              </a:extLst>
            </p:cNvPr>
            <p:cNvSpPr/>
            <p:nvPr/>
          </p:nvSpPr>
          <p:spPr>
            <a:xfrm>
              <a:off x="4534069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703C355E-88CE-785F-37DE-C854AD86B85D}"/>
                </a:ext>
              </a:extLst>
            </p:cNvPr>
            <p:cNvSpPr/>
            <p:nvPr/>
          </p:nvSpPr>
          <p:spPr>
            <a:xfrm>
              <a:off x="4792033" y="295628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D3E8822A-5DEF-F609-5D8F-36922D1928E9}"/>
                </a:ext>
              </a:extLst>
            </p:cNvPr>
            <p:cNvSpPr/>
            <p:nvPr/>
          </p:nvSpPr>
          <p:spPr>
            <a:xfrm>
              <a:off x="4018141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5603F261-8E79-DD82-2484-9166E7D87C97}"/>
                </a:ext>
              </a:extLst>
            </p:cNvPr>
            <p:cNvSpPr/>
            <p:nvPr/>
          </p:nvSpPr>
          <p:spPr>
            <a:xfrm>
              <a:off x="4276105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6A770515-4DEB-1BCE-4FEA-2B13D153D0C3}"/>
                </a:ext>
              </a:extLst>
            </p:cNvPr>
            <p:cNvSpPr/>
            <p:nvPr/>
          </p:nvSpPr>
          <p:spPr>
            <a:xfrm>
              <a:off x="4534069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9" name="正方形/長方形 238">
              <a:extLst>
                <a:ext uri="{FF2B5EF4-FFF2-40B4-BE49-F238E27FC236}">
                  <a16:creationId xmlns:a16="http://schemas.microsoft.com/office/drawing/2014/main" id="{CD41BBEE-9AF4-ADF2-6922-CCC3314BC6B9}"/>
                </a:ext>
              </a:extLst>
            </p:cNvPr>
            <p:cNvSpPr/>
            <p:nvPr/>
          </p:nvSpPr>
          <p:spPr>
            <a:xfrm>
              <a:off x="4792033" y="332052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A1A553B2-F472-6E5E-520A-5BA3A3C533A5}"/>
                </a:ext>
              </a:extLst>
            </p:cNvPr>
            <p:cNvSpPr/>
            <p:nvPr/>
          </p:nvSpPr>
          <p:spPr>
            <a:xfrm>
              <a:off x="4018141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A7371915-4A1A-A60D-B012-F3182A948F1E}"/>
                </a:ext>
              </a:extLst>
            </p:cNvPr>
            <p:cNvSpPr/>
            <p:nvPr/>
          </p:nvSpPr>
          <p:spPr>
            <a:xfrm>
              <a:off x="4276105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A5C2114E-86C5-778B-391D-03A0680D7CB3}"/>
                </a:ext>
              </a:extLst>
            </p:cNvPr>
            <p:cNvSpPr/>
            <p:nvPr/>
          </p:nvSpPr>
          <p:spPr>
            <a:xfrm>
              <a:off x="4534069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45EF4817-3CED-D38A-E596-0DCB1F34DEBC}"/>
                </a:ext>
              </a:extLst>
            </p:cNvPr>
            <p:cNvSpPr/>
            <p:nvPr/>
          </p:nvSpPr>
          <p:spPr>
            <a:xfrm>
              <a:off x="4792033" y="368926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4" name="正方形/長方形 243">
              <a:extLst>
                <a:ext uri="{FF2B5EF4-FFF2-40B4-BE49-F238E27FC236}">
                  <a16:creationId xmlns:a16="http://schemas.microsoft.com/office/drawing/2014/main" id="{BA3C0F7B-7CFB-1B73-3125-F4A4867C07CD}"/>
                </a:ext>
              </a:extLst>
            </p:cNvPr>
            <p:cNvSpPr/>
            <p:nvPr/>
          </p:nvSpPr>
          <p:spPr>
            <a:xfrm>
              <a:off x="4018141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EF6EDDB4-FFAA-9916-023F-97F9988FE4ED}"/>
                </a:ext>
              </a:extLst>
            </p:cNvPr>
            <p:cNvSpPr/>
            <p:nvPr/>
          </p:nvSpPr>
          <p:spPr>
            <a:xfrm>
              <a:off x="4276105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D8F09181-28D7-F9DF-C6F9-06FB7C85CDBB}"/>
                </a:ext>
              </a:extLst>
            </p:cNvPr>
            <p:cNvSpPr/>
            <p:nvPr/>
          </p:nvSpPr>
          <p:spPr>
            <a:xfrm>
              <a:off x="4534069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78BFD627-4D9A-F5D6-FECF-0F476A0F0F58}"/>
                </a:ext>
              </a:extLst>
            </p:cNvPr>
            <p:cNvSpPr/>
            <p:nvPr/>
          </p:nvSpPr>
          <p:spPr>
            <a:xfrm>
              <a:off x="4792033" y="4054105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D22C04AA-2AD8-D9C9-17E9-59E4975A45F0}"/>
                </a:ext>
              </a:extLst>
            </p:cNvPr>
            <p:cNvSpPr/>
            <p:nvPr/>
          </p:nvSpPr>
          <p:spPr>
            <a:xfrm>
              <a:off x="4018141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ECD33C37-DC12-9DAA-C9FB-8C867665AA78}"/>
                </a:ext>
              </a:extLst>
            </p:cNvPr>
            <p:cNvSpPr/>
            <p:nvPr/>
          </p:nvSpPr>
          <p:spPr>
            <a:xfrm>
              <a:off x="4276105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EC478D8F-1478-E8A4-0B85-150032DCBB06}"/>
                </a:ext>
              </a:extLst>
            </p:cNvPr>
            <p:cNvSpPr/>
            <p:nvPr/>
          </p:nvSpPr>
          <p:spPr>
            <a:xfrm>
              <a:off x="4534069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62145B69-B41F-8999-C329-A7D3EF330D8A}"/>
                </a:ext>
              </a:extLst>
            </p:cNvPr>
            <p:cNvSpPr/>
            <p:nvPr/>
          </p:nvSpPr>
          <p:spPr>
            <a:xfrm>
              <a:off x="4792033" y="441834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EC34AD3F-2D89-1E97-FCBE-F29CD8267ABF}"/>
                </a:ext>
              </a:extLst>
            </p:cNvPr>
            <p:cNvSpPr/>
            <p:nvPr/>
          </p:nvSpPr>
          <p:spPr>
            <a:xfrm>
              <a:off x="4018141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4BC21300-EE81-4DF0-F634-8335B2C6DD44}"/>
                </a:ext>
              </a:extLst>
            </p:cNvPr>
            <p:cNvSpPr/>
            <p:nvPr/>
          </p:nvSpPr>
          <p:spPr>
            <a:xfrm>
              <a:off x="4276105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49E25FD7-D68A-F54C-6A1D-880293658C80}"/>
                </a:ext>
              </a:extLst>
            </p:cNvPr>
            <p:cNvSpPr/>
            <p:nvPr/>
          </p:nvSpPr>
          <p:spPr>
            <a:xfrm>
              <a:off x="4534069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E05253C9-B3A2-6D9D-6632-B0ADFB89A0BD}"/>
                </a:ext>
              </a:extLst>
            </p:cNvPr>
            <p:cNvSpPr/>
            <p:nvPr/>
          </p:nvSpPr>
          <p:spPr>
            <a:xfrm>
              <a:off x="4792033" y="4770970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41128E02-2EB4-BF1C-167E-A5EFFED3227A}"/>
                </a:ext>
              </a:extLst>
            </p:cNvPr>
            <p:cNvSpPr/>
            <p:nvPr/>
          </p:nvSpPr>
          <p:spPr>
            <a:xfrm>
              <a:off x="4018141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4D915A64-6D76-862F-DB78-BA811BDF48FF}"/>
                </a:ext>
              </a:extLst>
            </p:cNvPr>
            <p:cNvSpPr/>
            <p:nvPr/>
          </p:nvSpPr>
          <p:spPr>
            <a:xfrm>
              <a:off x="4276105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857890BD-69B1-7A42-8D04-5E5F8AC6C403}"/>
                </a:ext>
              </a:extLst>
            </p:cNvPr>
            <p:cNvSpPr/>
            <p:nvPr/>
          </p:nvSpPr>
          <p:spPr>
            <a:xfrm>
              <a:off x="4534069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0F6497CC-BCBF-F183-C15C-EC421C287EA9}"/>
                </a:ext>
              </a:extLst>
            </p:cNvPr>
            <p:cNvSpPr/>
            <p:nvPr/>
          </p:nvSpPr>
          <p:spPr>
            <a:xfrm>
              <a:off x="4792033" y="5135806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FE8AC3AA-E3C2-BA4D-2D6C-079D19A06703}"/>
                </a:ext>
              </a:extLst>
            </p:cNvPr>
            <p:cNvSpPr/>
            <p:nvPr/>
          </p:nvSpPr>
          <p:spPr>
            <a:xfrm>
              <a:off x="4018141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790E023A-362E-0B5C-9B90-078B84E60917}"/>
                </a:ext>
              </a:extLst>
            </p:cNvPr>
            <p:cNvSpPr/>
            <p:nvPr/>
          </p:nvSpPr>
          <p:spPr>
            <a:xfrm>
              <a:off x="4276105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2" name="正方形/長方形 261">
              <a:extLst>
                <a:ext uri="{FF2B5EF4-FFF2-40B4-BE49-F238E27FC236}">
                  <a16:creationId xmlns:a16="http://schemas.microsoft.com/office/drawing/2014/main" id="{887091D0-7ACB-C21E-DD84-82CBDA629166}"/>
                </a:ext>
              </a:extLst>
            </p:cNvPr>
            <p:cNvSpPr/>
            <p:nvPr/>
          </p:nvSpPr>
          <p:spPr>
            <a:xfrm>
              <a:off x="4534069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BA392393-DCC4-AFDE-F54D-6E393C89D518}"/>
                </a:ext>
              </a:extLst>
            </p:cNvPr>
            <p:cNvSpPr/>
            <p:nvPr/>
          </p:nvSpPr>
          <p:spPr>
            <a:xfrm>
              <a:off x="4792033" y="5500041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4" name="正方形/長方形 263">
              <a:extLst>
                <a:ext uri="{FF2B5EF4-FFF2-40B4-BE49-F238E27FC236}">
                  <a16:creationId xmlns:a16="http://schemas.microsoft.com/office/drawing/2014/main" id="{DD54C41D-634F-2B5C-4EB8-A0FEDF044103}"/>
                </a:ext>
              </a:extLst>
            </p:cNvPr>
            <p:cNvSpPr/>
            <p:nvPr/>
          </p:nvSpPr>
          <p:spPr>
            <a:xfrm>
              <a:off x="4018141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5" name="正方形/長方形 264">
              <a:extLst>
                <a:ext uri="{FF2B5EF4-FFF2-40B4-BE49-F238E27FC236}">
                  <a16:creationId xmlns:a16="http://schemas.microsoft.com/office/drawing/2014/main" id="{C07930F7-90E7-4E9A-98EE-20804C4B9964}"/>
                </a:ext>
              </a:extLst>
            </p:cNvPr>
            <p:cNvSpPr/>
            <p:nvPr/>
          </p:nvSpPr>
          <p:spPr>
            <a:xfrm>
              <a:off x="4276105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F837EA02-C4D2-3A2D-541E-BA01B5FC0C36}"/>
                </a:ext>
              </a:extLst>
            </p:cNvPr>
            <p:cNvSpPr/>
            <p:nvPr/>
          </p:nvSpPr>
          <p:spPr>
            <a:xfrm>
              <a:off x="4534069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E3E312AE-5E27-400A-663C-89607032489F}"/>
                </a:ext>
              </a:extLst>
            </p:cNvPr>
            <p:cNvSpPr/>
            <p:nvPr/>
          </p:nvSpPr>
          <p:spPr>
            <a:xfrm>
              <a:off x="4792033" y="223090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6" name="グループ化 115">
            <a:extLst>
              <a:ext uri="{FF2B5EF4-FFF2-40B4-BE49-F238E27FC236}">
                <a16:creationId xmlns:a16="http://schemas.microsoft.com/office/drawing/2014/main" id="{269A0D09-CD8F-BC1C-345A-96D6520BAB42}"/>
              </a:ext>
            </a:extLst>
          </p:cNvPr>
          <p:cNvGrpSpPr/>
          <p:nvPr/>
        </p:nvGrpSpPr>
        <p:grpSpPr>
          <a:xfrm>
            <a:off x="129857" y="3781350"/>
            <a:ext cx="2212581" cy="2078906"/>
            <a:chOff x="2282082" y="1645250"/>
            <a:chExt cx="3301762" cy="3183194"/>
          </a:xfrm>
        </p:grpSpPr>
        <p:sp>
          <p:nvSpPr>
            <p:cNvPr id="117" name="楕円 116">
              <a:extLst>
                <a:ext uri="{FF2B5EF4-FFF2-40B4-BE49-F238E27FC236}">
                  <a16:creationId xmlns:a16="http://schemas.microsoft.com/office/drawing/2014/main" id="{ECD3A686-F4DD-5CA7-1D1F-C632D8B9EB5C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25650D34-3341-2617-445F-8DEABCA50198}"/>
                </a:ext>
              </a:extLst>
            </p:cNvPr>
            <p:cNvSpPr/>
            <p:nvPr/>
          </p:nvSpPr>
          <p:spPr>
            <a:xfrm rot="19545507">
              <a:off x="5079052" y="3042578"/>
              <a:ext cx="288640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4F879C7B-773B-68F9-6811-D058E79A03D8}"/>
                </a:ext>
              </a:extLst>
            </p:cNvPr>
            <p:cNvSpPr/>
            <p:nvPr/>
          </p:nvSpPr>
          <p:spPr>
            <a:xfrm rot="865325">
              <a:off x="2412045" y="3122919"/>
              <a:ext cx="288640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楕円 119">
              <a:extLst>
                <a:ext uri="{FF2B5EF4-FFF2-40B4-BE49-F238E27FC236}">
                  <a16:creationId xmlns:a16="http://schemas.microsoft.com/office/drawing/2014/main" id="{0309DAFD-566E-C94B-4B0A-FF5F1093D7BD}"/>
                </a:ext>
              </a:extLst>
            </p:cNvPr>
            <p:cNvSpPr/>
            <p:nvPr/>
          </p:nvSpPr>
          <p:spPr>
            <a:xfrm rot="670286">
              <a:off x="2391649" y="2649987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楕円 120">
              <a:extLst>
                <a:ext uri="{FF2B5EF4-FFF2-40B4-BE49-F238E27FC236}">
                  <a16:creationId xmlns:a16="http://schemas.microsoft.com/office/drawing/2014/main" id="{9BE60092-8661-D802-C195-30E545E6066D}"/>
                </a:ext>
              </a:extLst>
            </p:cNvPr>
            <p:cNvSpPr/>
            <p:nvPr/>
          </p:nvSpPr>
          <p:spPr>
            <a:xfrm>
              <a:off x="2282082" y="3495781"/>
              <a:ext cx="423914" cy="45017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楕円 121">
              <a:extLst>
                <a:ext uri="{FF2B5EF4-FFF2-40B4-BE49-F238E27FC236}">
                  <a16:creationId xmlns:a16="http://schemas.microsoft.com/office/drawing/2014/main" id="{CDA8CF56-C270-745B-3497-2C65C6FF4457}"/>
                </a:ext>
              </a:extLst>
            </p:cNvPr>
            <p:cNvSpPr/>
            <p:nvPr/>
          </p:nvSpPr>
          <p:spPr>
            <a:xfrm rot="20486847">
              <a:off x="4505707" y="2631174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楕円 122">
              <a:extLst>
                <a:ext uri="{FF2B5EF4-FFF2-40B4-BE49-F238E27FC236}">
                  <a16:creationId xmlns:a16="http://schemas.microsoft.com/office/drawing/2014/main" id="{4D0C63E4-4D16-A1FD-A634-A82C815C17C8}"/>
                </a:ext>
              </a:extLst>
            </p:cNvPr>
            <p:cNvSpPr/>
            <p:nvPr/>
          </p:nvSpPr>
          <p:spPr>
            <a:xfrm>
              <a:off x="2775284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4" name="楕円 123">
              <a:extLst>
                <a:ext uri="{FF2B5EF4-FFF2-40B4-BE49-F238E27FC236}">
                  <a16:creationId xmlns:a16="http://schemas.microsoft.com/office/drawing/2014/main" id="{6AC9AA55-37D6-8FF0-FFB4-48344A72A6D0}"/>
                </a:ext>
              </a:extLst>
            </p:cNvPr>
            <p:cNvSpPr/>
            <p:nvPr/>
          </p:nvSpPr>
          <p:spPr>
            <a:xfrm rot="16200000">
              <a:off x="4418902" y="3968080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D218E261-46AE-BD86-DB66-7343CA1C4CE5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楕円 125">
              <a:extLst>
                <a:ext uri="{FF2B5EF4-FFF2-40B4-BE49-F238E27FC236}">
                  <a16:creationId xmlns:a16="http://schemas.microsoft.com/office/drawing/2014/main" id="{870D054A-419C-FEB1-006D-DCBD576579BC}"/>
                </a:ext>
              </a:extLst>
            </p:cNvPr>
            <p:cNvSpPr/>
            <p:nvPr/>
          </p:nvSpPr>
          <p:spPr>
            <a:xfrm>
              <a:off x="5159930" y="3299620"/>
              <a:ext cx="423914" cy="45017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楕円 126">
              <a:extLst>
                <a:ext uri="{FF2B5EF4-FFF2-40B4-BE49-F238E27FC236}">
                  <a16:creationId xmlns:a16="http://schemas.microsoft.com/office/drawing/2014/main" id="{5898A5D2-011B-F942-65BF-A268791B411E}"/>
                </a:ext>
              </a:extLst>
            </p:cNvPr>
            <p:cNvSpPr/>
            <p:nvPr/>
          </p:nvSpPr>
          <p:spPr>
            <a:xfrm rot="5096944">
              <a:off x="2842883" y="4141339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8" name="二等辺三角形 127">
              <a:extLst>
                <a:ext uri="{FF2B5EF4-FFF2-40B4-BE49-F238E27FC236}">
                  <a16:creationId xmlns:a16="http://schemas.microsoft.com/office/drawing/2014/main" id="{C5728294-E772-22BA-5C01-F6D2A12D1EA0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二等辺三角形 128">
              <a:extLst>
                <a:ext uri="{FF2B5EF4-FFF2-40B4-BE49-F238E27FC236}">
                  <a16:creationId xmlns:a16="http://schemas.microsoft.com/office/drawing/2014/main" id="{FA778B39-3DAF-9CB4-86CE-C7621482B18F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二等辺三角形 129">
              <a:extLst>
                <a:ext uri="{FF2B5EF4-FFF2-40B4-BE49-F238E27FC236}">
                  <a16:creationId xmlns:a16="http://schemas.microsoft.com/office/drawing/2014/main" id="{CFEA26A7-C260-80E0-7968-D14CC18D5AF2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二等辺三角形 130">
              <a:extLst>
                <a:ext uri="{FF2B5EF4-FFF2-40B4-BE49-F238E27FC236}">
                  <a16:creationId xmlns:a16="http://schemas.microsoft.com/office/drawing/2014/main" id="{235A4044-329C-BEEA-48A9-EB03601F5D88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73" name="図 272">
            <a:extLst>
              <a:ext uri="{FF2B5EF4-FFF2-40B4-BE49-F238E27FC236}">
                <a16:creationId xmlns:a16="http://schemas.microsoft.com/office/drawing/2014/main" id="{DBC2A25C-3FFD-094A-4D09-C6C98F741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82" y="4375170"/>
            <a:ext cx="342022" cy="342022"/>
          </a:xfrm>
          <a:prstGeom prst="rect">
            <a:avLst/>
          </a:prstGeom>
        </p:spPr>
      </p:pic>
      <p:pic>
        <p:nvPicPr>
          <p:cNvPr id="274" name="図 273">
            <a:extLst>
              <a:ext uri="{FF2B5EF4-FFF2-40B4-BE49-F238E27FC236}">
                <a16:creationId xmlns:a16="http://schemas.microsoft.com/office/drawing/2014/main" id="{8DAC38C1-C3A6-30D1-D22C-618F5AF11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8609">
            <a:off x="2547096" y="5113575"/>
            <a:ext cx="342022" cy="342022"/>
          </a:xfrm>
          <a:prstGeom prst="rect">
            <a:avLst/>
          </a:prstGeom>
        </p:spPr>
      </p:pic>
      <p:pic>
        <p:nvPicPr>
          <p:cNvPr id="275" name="図 274">
            <a:extLst>
              <a:ext uri="{FF2B5EF4-FFF2-40B4-BE49-F238E27FC236}">
                <a16:creationId xmlns:a16="http://schemas.microsoft.com/office/drawing/2014/main" id="{E7641653-486D-A2F0-DC4C-61AD748B8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529754">
            <a:off x="2779374" y="3905728"/>
            <a:ext cx="342022" cy="342022"/>
          </a:xfrm>
          <a:prstGeom prst="rect">
            <a:avLst/>
          </a:prstGeom>
        </p:spPr>
      </p:pic>
      <p:pic>
        <p:nvPicPr>
          <p:cNvPr id="276" name="図 275">
            <a:extLst>
              <a:ext uri="{FF2B5EF4-FFF2-40B4-BE49-F238E27FC236}">
                <a16:creationId xmlns:a16="http://schemas.microsoft.com/office/drawing/2014/main" id="{BFBD32C5-83AF-7D4B-C98C-0279C68D9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529754">
            <a:off x="1639422" y="5294817"/>
            <a:ext cx="342022" cy="342022"/>
          </a:xfrm>
          <a:prstGeom prst="rect">
            <a:avLst/>
          </a:prstGeom>
        </p:spPr>
      </p:pic>
      <p:pic>
        <p:nvPicPr>
          <p:cNvPr id="277" name="図 276">
            <a:extLst>
              <a:ext uri="{FF2B5EF4-FFF2-40B4-BE49-F238E27FC236}">
                <a16:creationId xmlns:a16="http://schemas.microsoft.com/office/drawing/2014/main" id="{A224B21E-A1BA-6063-1968-DDDF10ED4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8609">
            <a:off x="7275281" y="4034194"/>
            <a:ext cx="921905" cy="921905"/>
          </a:xfrm>
          <a:prstGeom prst="rect">
            <a:avLst/>
          </a:prstGeom>
        </p:spPr>
      </p:pic>
      <p:pic>
        <p:nvPicPr>
          <p:cNvPr id="278" name="図 277">
            <a:extLst>
              <a:ext uri="{FF2B5EF4-FFF2-40B4-BE49-F238E27FC236}">
                <a16:creationId xmlns:a16="http://schemas.microsoft.com/office/drawing/2014/main" id="{B952D716-BDCD-5691-2995-CC525BE66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810362">
            <a:off x="6133874" y="4447618"/>
            <a:ext cx="921905" cy="921905"/>
          </a:xfrm>
          <a:prstGeom prst="rect">
            <a:avLst/>
          </a:prstGeom>
        </p:spPr>
      </p:pic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069238B3-6080-C716-7A92-DEFABDFB0AA2}"/>
              </a:ext>
            </a:extLst>
          </p:cNvPr>
          <p:cNvGrpSpPr/>
          <p:nvPr/>
        </p:nvGrpSpPr>
        <p:grpSpPr>
          <a:xfrm>
            <a:off x="3575955" y="2945689"/>
            <a:ext cx="3238459" cy="2858961"/>
            <a:chOff x="2101801" y="1645250"/>
            <a:chExt cx="3482357" cy="3154457"/>
          </a:xfrm>
        </p:grpSpPr>
        <p:sp>
          <p:nvSpPr>
            <p:cNvPr id="133" name="楕円 132">
              <a:extLst>
                <a:ext uri="{FF2B5EF4-FFF2-40B4-BE49-F238E27FC236}">
                  <a16:creationId xmlns:a16="http://schemas.microsoft.com/office/drawing/2014/main" id="{3BAB89FE-709A-6E50-471D-4BB932EB8208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3827DDD3-E52D-B53D-5326-2BEAED66AA1A}"/>
                </a:ext>
              </a:extLst>
            </p:cNvPr>
            <p:cNvSpPr/>
            <p:nvPr/>
          </p:nvSpPr>
          <p:spPr>
            <a:xfrm rot="19214885">
              <a:off x="5031004" y="3020757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74545B7F-C130-D1EF-FE42-498009443A86}"/>
                </a:ext>
              </a:extLst>
            </p:cNvPr>
            <p:cNvSpPr/>
            <p:nvPr/>
          </p:nvSpPr>
          <p:spPr>
            <a:xfrm rot="2200997">
              <a:off x="2375274" y="2932457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DEC6D341-F431-1C3D-A441-FAD3094E0397}"/>
                </a:ext>
              </a:extLst>
            </p:cNvPr>
            <p:cNvSpPr/>
            <p:nvPr/>
          </p:nvSpPr>
          <p:spPr>
            <a:xfrm rot="1735755">
              <a:off x="2503086" y="2602905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楕円 136">
              <a:extLst>
                <a:ext uri="{FF2B5EF4-FFF2-40B4-BE49-F238E27FC236}">
                  <a16:creationId xmlns:a16="http://schemas.microsoft.com/office/drawing/2014/main" id="{819FA693-186F-1C0F-F628-45096396BB97}"/>
                </a:ext>
              </a:extLst>
            </p:cNvPr>
            <p:cNvSpPr/>
            <p:nvPr/>
          </p:nvSpPr>
          <p:spPr>
            <a:xfrm>
              <a:off x="2101801" y="3282022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楕円 137">
              <a:extLst>
                <a:ext uri="{FF2B5EF4-FFF2-40B4-BE49-F238E27FC236}">
                  <a16:creationId xmlns:a16="http://schemas.microsoft.com/office/drawing/2014/main" id="{D3AC7B06-F764-43A5-B4BD-299590C9D3B6}"/>
                </a:ext>
              </a:extLst>
            </p:cNvPr>
            <p:cNvSpPr/>
            <p:nvPr/>
          </p:nvSpPr>
          <p:spPr>
            <a:xfrm rot="20142941">
              <a:off x="4511160" y="2628142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楕円 138">
              <a:extLst>
                <a:ext uri="{FF2B5EF4-FFF2-40B4-BE49-F238E27FC236}">
                  <a16:creationId xmlns:a16="http://schemas.microsoft.com/office/drawing/2014/main" id="{AA1D80A1-E42F-93DA-3DA7-CA6FE15B09BC}"/>
                </a:ext>
              </a:extLst>
            </p:cNvPr>
            <p:cNvSpPr/>
            <p:nvPr/>
          </p:nvSpPr>
          <p:spPr>
            <a:xfrm>
              <a:off x="2775283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0" name="楕円 139">
              <a:extLst>
                <a:ext uri="{FF2B5EF4-FFF2-40B4-BE49-F238E27FC236}">
                  <a16:creationId xmlns:a16="http://schemas.microsoft.com/office/drawing/2014/main" id="{8F09A49E-5D41-1B3B-73CB-32AAE7A7CCEA}"/>
                </a:ext>
              </a:extLst>
            </p:cNvPr>
            <p:cNvSpPr/>
            <p:nvPr/>
          </p:nvSpPr>
          <p:spPr>
            <a:xfrm rot="16617381">
              <a:off x="4482932" y="396767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159F9089-1D97-DE75-A9A1-6449055E2F38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楕円 141">
              <a:extLst>
                <a:ext uri="{FF2B5EF4-FFF2-40B4-BE49-F238E27FC236}">
                  <a16:creationId xmlns:a16="http://schemas.microsoft.com/office/drawing/2014/main" id="{C3C018C3-1ECE-4153-FAF8-684C5DB19E2B}"/>
                </a:ext>
              </a:extLst>
            </p:cNvPr>
            <p:cNvSpPr/>
            <p:nvPr/>
          </p:nvSpPr>
          <p:spPr>
            <a:xfrm>
              <a:off x="5160243" y="3290350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楕円 142">
              <a:extLst>
                <a:ext uri="{FF2B5EF4-FFF2-40B4-BE49-F238E27FC236}">
                  <a16:creationId xmlns:a16="http://schemas.microsoft.com/office/drawing/2014/main" id="{DC2F3DF9-362C-0BD4-8AC8-ADB6A944DC5F}"/>
                </a:ext>
              </a:extLst>
            </p:cNvPr>
            <p:cNvSpPr/>
            <p:nvPr/>
          </p:nvSpPr>
          <p:spPr>
            <a:xfrm rot="4804486">
              <a:off x="2954321" y="411260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4" name="二等辺三角形 143">
              <a:extLst>
                <a:ext uri="{FF2B5EF4-FFF2-40B4-BE49-F238E27FC236}">
                  <a16:creationId xmlns:a16="http://schemas.microsoft.com/office/drawing/2014/main" id="{A4018D4D-DBBD-85C5-F99D-E83E87B09157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二等辺三角形 144">
              <a:extLst>
                <a:ext uri="{FF2B5EF4-FFF2-40B4-BE49-F238E27FC236}">
                  <a16:creationId xmlns:a16="http://schemas.microsoft.com/office/drawing/2014/main" id="{AD9B20E7-F034-E3FF-A171-5A674EE28F80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二等辺三角形 145">
              <a:extLst>
                <a:ext uri="{FF2B5EF4-FFF2-40B4-BE49-F238E27FC236}">
                  <a16:creationId xmlns:a16="http://schemas.microsoft.com/office/drawing/2014/main" id="{49A2E395-D833-E549-14E5-CB5D28B2EE46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二等辺三角形 146">
              <a:extLst>
                <a:ext uri="{FF2B5EF4-FFF2-40B4-BE49-F238E27FC236}">
                  <a16:creationId xmlns:a16="http://schemas.microsoft.com/office/drawing/2014/main" id="{964667CE-F6C5-117C-3223-F14272786AA1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83" name="グループ化 382">
            <a:extLst>
              <a:ext uri="{FF2B5EF4-FFF2-40B4-BE49-F238E27FC236}">
                <a16:creationId xmlns:a16="http://schemas.microsoft.com/office/drawing/2014/main" id="{4CAF6F57-D786-C7E2-AFCE-E6FCAAD0D1B0}"/>
              </a:ext>
            </a:extLst>
          </p:cNvPr>
          <p:cNvGrpSpPr/>
          <p:nvPr/>
        </p:nvGrpSpPr>
        <p:grpSpPr>
          <a:xfrm rot="3680944">
            <a:off x="8536277" y="1110779"/>
            <a:ext cx="707082" cy="2152804"/>
            <a:chOff x="6875844" y="2254524"/>
            <a:chExt cx="1245476" cy="3792015"/>
          </a:xfrm>
        </p:grpSpPr>
        <p:sp>
          <p:nvSpPr>
            <p:cNvPr id="384" name="正方形/長方形 383">
              <a:extLst>
                <a:ext uri="{FF2B5EF4-FFF2-40B4-BE49-F238E27FC236}">
                  <a16:creationId xmlns:a16="http://schemas.microsoft.com/office/drawing/2014/main" id="{9845BF31-0361-200C-C0D5-64C979193C81}"/>
                </a:ext>
              </a:extLst>
            </p:cNvPr>
            <p:cNvSpPr/>
            <p:nvPr/>
          </p:nvSpPr>
          <p:spPr>
            <a:xfrm>
              <a:off x="6875844" y="2254524"/>
              <a:ext cx="1245476" cy="3792015"/>
            </a:xfrm>
            <a:prstGeom prst="rect">
              <a:avLst/>
            </a:prstGeom>
            <a:solidFill>
              <a:srgbClr val="5AB9FF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85" name="正方形/長方形 384">
              <a:extLst>
                <a:ext uri="{FF2B5EF4-FFF2-40B4-BE49-F238E27FC236}">
                  <a16:creationId xmlns:a16="http://schemas.microsoft.com/office/drawing/2014/main" id="{C045BB97-5DD8-8657-3299-EA8D254D3336}"/>
                </a:ext>
              </a:extLst>
            </p:cNvPr>
            <p:cNvSpPr/>
            <p:nvPr/>
          </p:nvSpPr>
          <p:spPr>
            <a:xfrm>
              <a:off x="7048524" y="273708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6" name="正方形/長方形 385">
              <a:extLst>
                <a:ext uri="{FF2B5EF4-FFF2-40B4-BE49-F238E27FC236}">
                  <a16:creationId xmlns:a16="http://schemas.microsoft.com/office/drawing/2014/main" id="{0C9AF463-BB3A-229E-9D63-7CF16E3D1EFE}"/>
                </a:ext>
              </a:extLst>
            </p:cNvPr>
            <p:cNvSpPr/>
            <p:nvPr/>
          </p:nvSpPr>
          <p:spPr>
            <a:xfrm>
              <a:off x="7306488" y="273708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7" name="正方形/長方形 386">
              <a:extLst>
                <a:ext uri="{FF2B5EF4-FFF2-40B4-BE49-F238E27FC236}">
                  <a16:creationId xmlns:a16="http://schemas.microsoft.com/office/drawing/2014/main" id="{D45A0753-876F-8985-3DBE-A48BB606F825}"/>
                </a:ext>
              </a:extLst>
            </p:cNvPr>
            <p:cNvSpPr/>
            <p:nvPr/>
          </p:nvSpPr>
          <p:spPr>
            <a:xfrm>
              <a:off x="7564452" y="273708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8" name="正方形/長方形 387">
              <a:extLst>
                <a:ext uri="{FF2B5EF4-FFF2-40B4-BE49-F238E27FC236}">
                  <a16:creationId xmlns:a16="http://schemas.microsoft.com/office/drawing/2014/main" id="{1507CD05-1A39-8086-9D39-931E96A685C7}"/>
                </a:ext>
              </a:extLst>
            </p:cNvPr>
            <p:cNvSpPr/>
            <p:nvPr/>
          </p:nvSpPr>
          <p:spPr>
            <a:xfrm>
              <a:off x="7822416" y="273708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9" name="正方形/長方形 388">
              <a:extLst>
                <a:ext uri="{FF2B5EF4-FFF2-40B4-BE49-F238E27FC236}">
                  <a16:creationId xmlns:a16="http://schemas.microsoft.com/office/drawing/2014/main" id="{5FEABFA5-38CC-9A2D-1BA9-FF11388980F9}"/>
                </a:ext>
              </a:extLst>
            </p:cNvPr>
            <p:cNvSpPr/>
            <p:nvPr/>
          </p:nvSpPr>
          <p:spPr>
            <a:xfrm>
              <a:off x="7048524" y="3101923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0" name="正方形/長方形 389">
              <a:extLst>
                <a:ext uri="{FF2B5EF4-FFF2-40B4-BE49-F238E27FC236}">
                  <a16:creationId xmlns:a16="http://schemas.microsoft.com/office/drawing/2014/main" id="{A741A0CD-17D9-E5F1-373F-CD3648073F98}"/>
                </a:ext>
              </a:extLst>
            </p:cNvPr>
            <p:cNvSpPr/>
            <p:nvPr/>
          </p:nvSpPr>
          <p:spPr>
            <a:xfrm>
              <a:off x="7306488" y="3101923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1" name="正方形/長方形 390">
              <a:extLst>
                <a:ext uri="{FF2B5EF4-FFF2-40B4-BE49-F238E27FC236}">
                  <a16:creationId xmlns:a16="http://schemas.microsoft.com/office/drawing/2014/main" id="{08218354-6E16-0347-9754-85F31C842131}"/>
                </a:ext>
              </a:extLst>
            </p:cNvPr>
            <p:cNvSpPr/>
            <p:nvPr/>
          </p:nvSpPr>
          <p:spPr>
            <a:xfrm>
              <a:off x="7564452" y="3101923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2" name="正方形/長方形 391">
              <a:extLst>
                <a:ext uri="{FF2B5EF4-FFF2-40B4-BE49-F238E27FC236}">
                  <a16:creationId xmlns:a16="http://schemas.microsoft.com/office/drawing/2014/main" id="{12E0E85D-FED9-468F-B357-D9AE74CB6DB7}"/>
                </a:ext>
              </a:extLst>
            </p:cNvPr>
            <p:cNvSpPr/>
            <p:nvPr/>
          </p:nvSpPr>
          <p:spPr>
            <a:xfrm>
              <a:off x="7822416" y="3101923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3" name="正方形/長方形 392">
              <a:extLst>
                <a:ext uri="{FF2B5EF4-FFF2-40B4-BE49-F238E27FC236}">
                  <a16:creationId xmlns:a16="http://schemas.microsoft.com/office/drawing/2014/main" id="{2BDE08D7-EEDD-7879-06E9-5B1DD9FBBE0B}"/>
                </a:ext>
              </a:extLst>
            </p:cNvPr>
            <p:cNvSpPr/>
            <p:nvPr/>
          </p:nvSpPr>
          <p:spPr>
            <a:xfrm>
              <a:off x="7048524" y="346615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4" name="正方形/長方形 393">
              <a:extLst>
                <a:ext uri="{FF2B5EF4-FFF2-40B4-BE49-F238E27FC236}">
                  <a16:creationId xmlns:a16="http://schemas.microsoft.com/office/drawing/2014/main" id="{C850C78B-8160-0B6B-4267-5C5FAC5512A7}"/>
                </a:ext>
              </a:extLst>
            </p:cNvPr>
            <p:cNvSpPr/>
            <p:nvPr/>
          </p:nvSpPr>
          <p:spPr>
            <a:xfrm>
              <a:off x="7306488" y="346615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5" name="正方形/長方形 394">
              <a:extLst>
                <a:ext uri="{FF2B5EF4-FFF2-40B4-BE49-F238E27FC236}">
                  <a16:creationId xmlns:a16="http://schemas.microsoft.com/office/drawing/2014/main" id="{DB119DD7-FB47-17DB-4724-2EAB9D3BD199}"/>
                </a:ext>
              </a:extLst>
            </p:cNvPr>
            <p:cNvSpPr/>
            <p:nvPr/>
          </p:nvSpPr>
          <p:spPr>
            <a:xfrm>
              <a:off x="7564452" y="346615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6" name="正方形/長方形 395">
              <a:extLst>
                <a:ext uri="{FF2B5EF4-FFF2-40B4-BE49-F238E27FC236}">
                  <a16:creationId xmlns:a16="http://schemas.microsoft.com/office/drawing/2014/main" id="{B0F04E30-EB7D-0FFF-B007-ADA0EE3ADC56}"/>
                </a:ext>
              </a:extLst>
            </p:cNvPr>
            <p:cNvSpPr/>
            <p:nvPr/>
          </p:nvSpPr>
          <p:spPr>
            <a:xfrm>
              <a:off x="7822416" y="346615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7" name="正方形/長方形 396">
              <a:extLst>
                <a:ext uri="{FF2B5EF4-FFF2-40B4-BE49-F238E27FC236}">
                  <a16:creationId xmlns:a16="http://schemas.microsoft.com/office/drawing/2014/main" id="{BE6466EA-064F-C88A-33ED-622ACF095BED}"/>
                </a:ext>
              </a:extLst>
            </p:cNvPr>
            <p:cNvSpPr/>
            <p:nvPr/>
          </p:nvSpPr>
          <p:spPr>
            <a:xfrm>
              <a:off x="7048524" y="383490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8" name="正方形/長方形 397">
              <a:extLst>
                <a:ext uri="{FF2B5EF4-FFF2-40B4-BE49-F238E27FC236}">
                  <a16:creationId xmlns:a16="http://schemas.microsoft.com/office/drawing/2014/main" id="{9EF49C86-AEAA-B95F-B97A-6D88BB68D882}"/>
                </a:ext>
              </a:extLst>
            </p:cNvPr>
            <p:cNvSpPr/>
            <p:nvPr/>
          </p:nvSpPr>
          <p:spPr>
            <a:xfrm>
              <a:off x="7306488" y="383490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9" name="正方形/長方形 398">
              <a:extLst>
                <a:ext uri="{FF2B5EF4-FFF2-40B4-BE49-F238E27FC236}">
                  <a16:creationId xmlns:a16="http://schemas.microsoft.com/office/drawing/2014/main" id="{BCAA4B94-DF1E-371B-8AB1-CAA81789728A}"/>
                </a:ext>
              </a:extLst>
            </p:cNvPr>
            <p:cNvSpPr/>
            <p:nvPr/>
          </p:nvSpPr>
          <p:spPr>
            <a:xfrm>
              <a:off x="7564452" y="383490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0" name="正方形/長方形 399">
              <a:extLst>
                <a:ext uri="{FF2B5EF4-FFF2-40B4-BE49-F238E27FC236}">
                  <a16:creationId xmlns:a16="http://schemas.microsoft.com/office/drawing/2014/main" id="{A4AD186A-B762-ACCE-8ED3-30D65E44EC86}"/>
                </a:ext>
              </a:extLst>
            </p:cNvPr>
            <p:cNvSpPr/>
            <p:nvPr/>
          </p:nvSpPr>
          <p:spPr>
            <a:xfrm>
              <a:off x="7822416" y="383490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1" name="正方形/長方形 400">
              <a:extLst>
                <a:ext uri="{FF2B5EF4-FFF2-40B4-BE49-F238E27FC236}">
                  <a16:creationId xmlns:a16="http://schemas.microsoft.com/office/drawing/2014/main" id="{B55B7EEB-4D6B-FB90-4B1C-A0EBAC0EE557}"/>
                </a:ext>
              </a:extLst>
            </p:cNvPr>
            <p:cNvSpPr/>
            <p:nvPr/>
          </p:nvSpPr>
          <p:spPr>
            <a:xfrm>
              <a:off x="7048524" y="4199743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2" name="正方形/長方形 401">
              <a:extLst>
                <a:ext uri="{FF2B5EF4-FFF2-40B4-BE49-F238E27FC236}">
                  <a16:creationId xmlns:a16="http://schemas.microsoft.com/office/drawing/2014/main" id="{FF413274-E668-0959-DE97-292AF03D9D8B}"/>
                </a:ext>
              </a:extLst>
            </p:cNvPr>
            <p:cNvSpPr/>
            <p:nvPr/>
          </p:nvSpPr>
          <p:spPr>
            <a:xfrm>
              <a:off x="7306488" y="4199743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3" name="正方形/長方形 402">
              <a:extLst>
                <a:ext uri="{FF2B5EF4-FFF2-40B4-BE49-F238E27FC236}">
                  <a16:creationId xmlns:a16="http://schemas.microsoft.com/office/drawing/2014/main" id="{7D68623D-5C52-A2F0-A454-05C358545D7E}"/>
                </a:ext>
              </a:extLst>
            </p:cNvPr>
            <p:cNvSpPr/>
            <p:nvPr/>
          </p:nvSpPr>
          <p:spPr>
            <a:xfrm>
              <a:off x="7564452" y="4199743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4" name="正方形/長方形 403">
              <a:extLst>
                <a:ext uri="{FF2B5EF4-FFF2-40B4-BE49-F238E27FC236}">
                  <a16:creationId xmlns:a16="http://schemas.microsoft.com/office/drawing/2014/main" id="{073FEBF7-9243-6699-B35A-CA64727A9EA8}"/>
                </a:ext>
              </a:extLst>
            </p:cNvPr>
            <p:cNvSpPr/>
            <p:nvPr/>
          </p:nvSpPr>
          <p:spPr>
            <a:xfrm>
              <a:off x="7822416" y="4199743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5" name="正方形/長方形 404">
              <a:extLst>
                <a:ext uri="{FF2B5EF4-FFF2-40B4-BE49-F238E27FC236}">
                  <a16:creationId xmlns:a16="http://schemas.microsoft.com/office/drawing/2014/main" id="{B15DBBEC-CAA8-BEE7-7B96-57E2893F2B79}"/>
                </a:ext>
              </a:extLst>
            </p:cNvPr>
            <p:cNvSpPr/>
            <p:nvPr/>
          </p:nvSpPr>
          <p:spPr>
            <a:xfrm>
              <a:off x="7048524" y="456397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6" name="正方形/長方形 405">
              <a:extLst>
                <a:ext uri="{FF2B5EF4-FFF2-40B4-BE49-F238E27FC236}">
                  <a16:creationId xmlns:a16="http://schemas.microsoft.com/office/drawing/2014/main" id="{7E99A791-65E2-5B70-E25C-7C98F97EC07F}"/>
                </a:ext>
              </a:extLst>
            </p:cNvPr>
            <p:cNvSpPr/>
            <p:nvPr/>
          </p:nvSpPr>
          <p:spPr>
            <a:xfrm>
              <a:off x="7306488" y="456397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7" name="正方形/長方形 406">
              <a:extLst>
                <a:ext uri="{FF2B5EF4-FFF2-40B4-BE49-F238E27FC236}">
                  <a16:creationId xmlns:a16="http://schemas.microsoft.com/office/drawing/2014/main" id="{5532CD3B-4079-752F-39EE-C8909DF7B64B}"/>
                </a:ext>
              </a:extLst>
            </p:cNvPr>
            <p:cNvSpPr/>
            <p:nvPr/>
          </p:nvSpPr>
          <p:spPr>
            <a:xfrm>
              <a:off x="7564452" y="456397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8" name="正方形/長方形 407">
              <a:extLst>
                <a:ext uri="{FF2B5EF4-FFF2-40B4-BE49-F238E27FC236}">
                  <a16:creationId xmlns:a16="http://schemas.microsoft.com/office/drawing/2014/main" id="{1784888A-0913-9BD3-C003-C8D15F670028}"/>
                </a:ext>
              </a:extLst>
            </p:cNvPr>
            <p:cNvSpPr/>
            <p:nvPr/>
          </p:nvSpPr>
          <p:spPr>
            <a:xfrm>
              <a:off x="7822416" y="456397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9" name="正方形/長方形 408">
              <a:extLst>
                <a:ext uri="{FF2B5EF4-FFF2-40B4-BE49-F238E27FC236}">
                  <a16:creationId xmlns:a16="http://schemas.microsoft.com/office/drawing/2014/main" id="{793D2A8E-FA70-5A2E-D41F-3690293D2F06}"/>
                </a:ext>
              </a:extLst>
            </p:cNvPr>
            <p:cNvSpPr/>
            <p:nvPr/>
          </p:nvSpPr>
          <p:spPr>
            <a:xfrm>
              <a:off x="7048524" y="491660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0" name="正方形/長方形 409">
              <a:extLst>
                <a:ext uri="{FF2B5EF4-FFF2-40B4-BE49-F238E27FC236}">
                  <a16:creationId xmlns:a16="http://schemas.microsoft.com/office/drawing/2014/main" id="{ACE6880B-91EF-247B-6B06-647F611EBC38}"/>
                </a:ext>
              </a:extLst>
            </p:cNvPr>
            <p:cNvSpPr/>
            <p:nvPr/>
          </p:nvSpPr>
          <p:spPr>
            <a:xfrm>
              <a:off x="7306488" y="491660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1" name="正方形/長方形 410">
              <a:extLst>
                <a:ext uri="{FF2B5EF4-FFF2-40B4-BE49-F238E27FC236}">
                  <a16:creationId xmlns:a16="http://schemas.microsoft.com/office/drawing/2014/main" id="{D1D8DF7F-42AB-8774-B3B4-ABCD2A8E241D}"/>
                </a:ext>
              </a:extLst>
            </p:cNvPr>
            <p:cNvSpPr/>
            <p:nvPr/>
          </p:nvSpPr>
          <p:spPr>
            <a:xfrm>
              <a:off x="7564452" y="491660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2" name="正方形/長方形 411">
              <a:extLst>
                <a:ext uri="{FF2B5EF4-FFF2-40B4-BE49-F238E27FC236}">
                  <a16:creationId xmlns:a16="http://schemas.microsoft.com/office/drawing/2014/main" id="{64E086A3-9F72-2548-AA2B-1399D3740D14}"/>
                </a:ext>
              </a:extLst>
            </p:cNvPr>
            <p:cNvSpPr/>
            <p:nvPr/>
          </p:nvSpPr>
          <p:spPr>
            <a:xfrm>
              <a:off x="7822416" y="4916608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3" name="正方形/長方形 412">
              <a:extLst>
                <a:ext uri="{FF2B5EF4-FFF2-40B4-BE49-F238E27FC236}">
                  <a16:creationId xmlns:a16="http://schemas.microsoft.com/office/drawing/2014/main" id="{09A061E1-C93D-0ADB-09C0-64192A5474DA}"/>
                </a:ext>
              </a:extLst>
            </p:cNvPr>
            <p:cNvSpPr/>
            <p:nvPr/>
          </p:nvSpPr>
          <p:spPr>
            <a:xfrm>
              <a:off x="7048524" y="52814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4" name="正方形/長方形 413">
              <a:extLst>
                <a:ext uri="{FF2B5EF4-FFF2-40B4-BE49-F238E27FC236}">
                  <a16:creationId xmlns:a16="http://schemas.microsoft.com/office/drawing/2014/main" id="{06B440D8-49DB-D4E8-106F-18533D95852D}"/>
                </a:ext>
              </a:extLst>
            </p:cNvPr>
            <p:cNvSpPr/>
            <p:nvPr/>
          </p:nvSpPr>
          <p:spPr>
            <a:xfrm>
              <a:off x="7306488" y="52814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5" name="正方形/長方形 414">
              <a:extLst>
                <a:ext uri="{FF2B5EF4-FFF2-40B4-BE49-F238E27FC236}">
                  <a16:creationId xmlns:a16="http://schemas.microsoft.com/office/drawing/2014/main" id="{1ADC9821-D4FD-07EB-40A1-B1BF5FF56DBB}"/>
                </a:ext>
              </a:extLst>
            </p:cNvPr>
            <p:cNvSpPr/>
            <p:nvPr/>
          </p:nvSpPr>
          <p:spPr>
            <a:xfrm>
              <a:off x="7564452" y="52814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6" name="正方形/長方形 415">
              <a:extLst>
                <a:ext uri="{FF2B5EF4-FFF2-40B4-BE49-F238E27FC236}">
                  <a16:creationId xmlns:a16="http://schemas.microsoft.com/office/drawing/2014/main" id="{3810E62A-864B-BDC9-CA2D-5D824F793440}"/>
                </a:ext>
              </a:extLst>
            </p:cNvPr>
            <p:cNvSpPr/>
            <p:nvPr/>
          </p:nvSpPr>
          <p:spPr>
            <a:xfrm>
              <a:off x="7822416" y="5281444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7" name="正方形/長方形 416">
              <a:extLst>
                <a:ext uri="{FF2B5EF4-FFF2-40B4-BE49-F238E27FC236}">
                  <a16:creationId xmlns:a16="http://schemas.microsoft.com/office/drawing/2014/main" id="{7D25C6B1-5A25-8671-4A03-682653B6EB69}"/>
                </a:ext>
              </a:extLst>
            </p:cNvPr>
            <p:cNvSpPr/>
            <p:nvPr/>
          </p:nvSpPr>
          <p:spPr>
            <a:xfrm>
              <a:off x="7048524" y="564567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8" name="正方形/長方形 417">
              <a:extLst>
                <a:ext uri="{FF2B5EF4-FFF2-40B4-BE49-F238E27FC236}">
                  <a16:creationId xmlns:a16="http://schemas.microsoft.com/office/drawing/2014/main" id="{D7281514-BAAB-9F88-A45B-93A8BC3166C4}"/>
                </a:ext>
              </a:extLst>
            </p:cNvPr>
            <p:cNvSpPr/>
            <p:nvPr/>
          </p:nvSpPr>
          <p:spPr>
            <a:xfrm>
              <a:off x="7306488" y="564567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9" name="正方形/長方形 418">
              <a:extLst>
                <a:ext uri="{FF2B5EF4-FFF2-40B4-BE49-F238E27FC236}">
                  <a16:creationId xmlns:a16="http://schemas.microsoft.com/office/drawing/2014/main" id="{7A244888-E171-BCEC-8931-D21E6D71D6C8}"/>
                </a:ext>
              </a:extLst>
            </p:cNvPr>
            <p:cNvSpPr/>
            <p:nvPr/>
          </p:nvSpPr>
          <p:spPr>
            <a:xfrm>
              <a:off x="7564452" y="564567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0" name="正方形/長方形 419">
              <a:extLst>
                <a:ext uri="{FF2B5EF4-FFF2-40B4-BE49-F238E27FC236}">
                  <a16:creationId xmlns:a16="http://schemas.microsoft.com/office/drawing/2014/main" id="{0C0A8517-35F7-327B-4DCB-C5B6D543CA3E}"/>
                </a:ext>
              </a:extLst>
            </p:cNvPr>
            <p:cNvSpPr/>
            <p:nvPr/>
          </p:nvSpPr>
          <p:spPr>
            <a:xfrm>
              <a:off x="7822416" y="5645679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1" name="正方形/長方形 420">
              <a:extLst>
                <a:ext uri="{FF2B5EF4-FFF2-40B4-BE49-F238E27FC236}">
                  <a16:creationId xmlns:a16="http://schemas.microsoft.com/office/drawing/2014/main" id="{8332679E-CB2C-195C-1279-7DFD59907AFF}"/>
                </a:ext>
              </a:extLst>
            </p:cNvPr>
            <p:cNvSpPr/>
            <p:nvPr/>
          </p:nvSpPr>
          <p:spPr>
            <a:xfrm>
              <a:off x="7048524" y="237654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2" name="正方形/長方形 421">
              <a:extLst>
                <a:ext uri="{FF2B5EF4-FFF2-40B4-BE49-F238E27FC236}">
                  <a16:creationId xmlns:a16="http://schemas.microsoft.com/office/drawing/2014/main" id="{BBA26BCE-E1E9-0AFF-626E-62A668DAC1DA}"/>
                </a:ext>
              </a:extLst>
            </p:cNvPr>
            <p:cNvSpPr/>
            <p:nvPr/>
          </p:nvSpPr>
          <p:spPr>
            <a:xfrm>
              <a:off x="7306488" y="237654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3" name="正方形/長方形 422">
              <a:extLst>
                <a:ext uri="{FF2B5EF4-FFF2-40B4-BE49-F238E27FC236}">
                  <a16:creationId xmlns:a16="http://schemas.microsoft.com/office/drawing/2014/main" id="{A5A3CFB2-32D2-788E-E642-6BC7EE9228BA}"/>
                </a:ext>
              </a:extLst>
            </p:cNvPr>
            <p:cNvSpPr/>
            <p:nvPr/>
          </p:nvSpPr>
          <p:spPr>
            <a:xfrm>
              <a:off x="7564452" y="237654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4" name="正方形/長方形 423">
              <a:extLst>
                <a:ext uri="{FF2B5EF4-FFF2-40B4-BE49-F238E27FC236}">
                  <a16:creationId xmlns:a16="http://schemas.microsoft.com/office/drawing/2014/main" id="{40F2B219-BDFB-3EB3-02ED-389D236D0BEE}"/>
                </a:ext>
              </a:extLst>
            </p:cNvPr>
            <p:cNvSpPr/>
            <p:nvPr/>
          </p:nvSpPr>
          <p:spPr>
            <a:xfrm>
              <a:off x="7822416" y="2376547"/>
              <a:ext cx="146550" cy="2169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425" name="図 424">
            <a:extLst>
              <a:ext uri="{FF2B5EF4-FFF2-40B4-BE49-F238E27FC236}">
                <a16:creationId xmlns:a16="http://schemas.microsoft.com/office/drawing/2014/main" id="{D0996FA9-1A63-EB4A-F778-64BA26B74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08609">
            <a:off x="11442378" y="4266472"/>
            <a:ext cx="921905" cy="921905"/>
          </a:xfrm>
          <a:prstGeom prst="rect">
            <a:avLst/>
          </a:prstGeom>
        </p:spPr>
      </p:pic>
      <p:grpSp>
        <p:nvGrpSpPr>
          <p:cNvPr id="148" name="グループ化 147">
            <a:extLst>
              <a:ext uri="{FF2B5EF4-FFF2-40B4-BE49-F238E27FC236}">
                <a16:creationId xmlns:a16="http://schemas.microsoft.com/office/drawing/2014/main" id="{D4FFCD6C-D986-B932-A2B4-01A1B8CB456A}"/>
              </a:ext>
            </a:extLst>
          </p:cNvPr>
          <p:cNvGrpSpPr/>
          <p:nvPr/>
        </p:nvGrpSpPr>
        <p:grpSpPr>
          <a:xfrm>
            <a:off x="8772740" y="2093000"/>
            <a:ext cx="3123842" cy="3658535"/>
            <a:chOff x="2434019" y="1645250"/>
            <a:chExt cx="2772948" cy="3099915"/>
          </a:xfrm>
        </p:grpSpPr>
        <p:sp>
          <p:nvSpPr>
            <p:cNvPr id="149" name="楕円 148">
              <a:extLst>
                <a:ext uri="{FF2B5EF4-FFF2-40B4-BE49-F238E27FC236}">
                  <a16:creationId xmlns:a16="http://schemas.microsoft.com/office/drawing/2014/main" id="{B6D32C9A-05AF-C1B6-859F-EC0B58F8E1B3}"/>
                </a:ext>
              </a:extLst>
            </p:cNvPr>
            <p:cNvSpPr/>
            <p:nvPr/>
          </p:nvSpPr>
          <p:spPr>
            <a:xfrm>
              <a:off x="3088493" y="1935313"/>
              <a:ext cx="1447007" cy="1268362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36767CAC-CE45-4ABC-E619-47675E642A8C}"/>
                </a:ext>
              </a:extLst>
            </p:cNvPr>
            <p:cNvSpPr/>
            <p:nvPr/>
          </p:nvSpPr>
          <p:spPr>
            <a:xfrm rot="517136">
              <a:off x="4780462" y="23330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5CA887E7-5156-3351-C513-E52A6A641A98}"/>
                </a:ext>
              </a:extLst>
            </p:cNvPr>
            <p:cNvSpPr/>
            <p:nvPr/>
          </p:nvSpPr>
          <p:spPr>
            <a:xfrm rot="21204511">
              <a:off x="2546324" y="2147281"/>
              <a:ext cx="288641" cy="55416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楕円 151">
              <a:extLst>
                <a:ext uri="{FF2B5EF4-FFF2-40B4-BE49-F238E27FC236}">
                  <a16:creationId xmlns:a16="http://schemas.microsoft.com/office/drawing/2014/main" id="{658249DD-F7AC-C12C-2885-0FB3E31F4D14}"/>
                </a:ext>
              </a:extLst>
            </p:cNvPr>
            <p:cNvSpPr/>
            <p:nvPr/>
          </p:nvSpPr>
          <p:spPr>
            <a:xfrm rot="1304466">
              <a:off x="2440028" y="2564725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3" name="楕円 152">
              <a:extLst>
                <a:ext uri="{FF2B5EF4-FFF2-40B4-BE49-F238E27FC236}">
                  <a16:creationId xmlns:a16="http://schemas.microsoft.com/office/drawing/2014/main" id="{C76CDDED-5D9B-44C5-A06A-7C6E6D7694B7}"/>
                </a:ext>
              </a:extLst>
            </p:cNvPr>
            <p:cNvSpPr/>
            <p:nvPr/>
          </p:nvSpPr>
          <p:spPr>
            <a:xfrm>
              <a:off x="2434019" y="1962431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楕円 153">
              <a:extLst>
                <a:ext uri="{FF2B5EF4-FFF2-40B4-BE49-F238E27FC236}">
                  <a16:creationId xmlns:a16="http://schemas.microsoft.com/office/drawing/2014/main" id="{91478F84-614D-E1E8-F336-E66630BBA3E7}"/>
                </a:ext>
              </a:extLst>
            </p:cNvPr>
            <p:cNvSpPr/>
            <p:nvPr/>
          </p:nvSpPr>
          <p:spPr>
            <a:xfrm rot="21142850">
              <a:off x="4528333" y="2628646"/>
              <a:ext cx="678634" cy="594851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楕円 154">
              <a:extLst>
                <a:ext uri="{FF2B5EF4-FFF2-40B4-BE49-F238E27FC236}">
                  <a16:creationId xmlns:a16="http://schemas.microsoft.com/office/drawing/2014/main" id="{84FE06BA-05EC-3D89-592B-C068EE818689}"/>
                </a:ext>
              </a:extLst>
            </p:cNvPr>
            <p:cNvSpPr/>
            <p:nvPr/>
          </p:nvSpPr>
          <p:spPr>
            <a:xfrm>
              <a:off x="2775284" y="2462980"/>
              <a:ext cx="2073427" cy="20661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6" name="楕円 155">
              <a:extLst>
                <a:ext uri="{FF2B5EF4-FFF2-40B4-BE49-F238E27FC236}">
                  <a16:creationId xmlns:a16="http://schemas.microsoft.com/office/drawing/2014/main" id="{CC3D690B-E1E5-33E3-9BE9-A0691D53E124}"/>
                </a:ext>
              </a:extLst>
            </p:cNvPr>
            <p:cNvSpPr/>
            <p:nvPr/>
          </p:nvSpPr>
          <p:spPr>
            <a:xfrm rot="15824319">
              <a:off x="4451411" y="4058060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F52030C5-101E-9897-D99A-3CE82963DF39}"/>
                </a:ext>
              </a:extLst>
            </p:cNvPr>
            <p:cNvSpPr/>
            <p:nvPr/>
          </p:nvSpPr>
          <p:spPr>
            <a:xfrm rot="16200000">
              <a:off x="3682333" y="1869139"/>
              <a:ext cx="259326" cy="1447007"/>
            </a:xfrm>
            <a:prstGeom prst="rect">
              <a:avLst/>
            </a:prstGeom>
            <a:solidFill>
              <a:srgbClr val="4A4A4A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8" name="楕円 157">
              <a:extLst>
                <a:ext uri="{FF2B5EF4-FFF2-40B4-BE49-F238E27FC236}">
                  <a16:creationId xmlns:a16="http://schemas.microsoft.com/office/drawing/2014/main" id="{E393FF97-8F6B-A0BC-3AC7-5C273163CEF5}"/>
                </a:ext>
              </a:extLst>
            </p:cNvPr>
            <p:cNvSpPr/>
            <p:nvPr/>
          </p:nvSpPr>
          <p:spPr>
            <a:xfrm>
              <a:off x="4761817" y="2040686"/>
              <a:ext cx="423915" cy="450170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9" name="楕円 158">
              <a:extLst>
                <a:ext uri="{FF2B5EF4-FFF2-40B4-BE49-F238E27FC236}">
                  <a16:creationId xmlns:a16="http://schemas.microsoft.com/office/drawing/2014/main" id="{02C44CB7-F721-C125-34DD-839C76665021}"/>
                </a:ext>
              </a:extLst>
            </p:cNvPr>
            <p:cNvSpPr/>
            <p:nvPr/>
          </p:nvSpPr>
          <p:spPr>
            <a:xfrm rot="5931057">
              <a:off x="2769793" y="4005012"/>
              <a:ext cx="464752" cy="909458"/>
            </a:xfrm>
            <a:prstGeom prst="ellipse">
              <a:avLst/>
            </a:prstGeom>
            <a:solidFill>
              <a:srgbClr val="FFE55C"/>
            </a:solidFill>
            <a:ln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二等辺三角形 159">
              <a:extLst>
                <a:ext uri="{FF2B5EF4-FFF2-40B4-BE49-F238E27FC236}">
                  <a16:creationId xmlns:a16="http://schemas.microsoft.com/office/drawing/2014/main" id="{C457F719-68D8-8867-F452-B6DFAE81A185}"/>
                </a:ext>
              </a:extLst>
            </p:cNvPr>
            <p:cNvSpPr/>
            <p:nvPr/>
          </p:nvSpPr>
          <p:spPr>
            <a:xfrm rot="10800000">
              <a:off x="3918592" y="2211299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1" name="二等辺三角形 160">
              <a:extLst>
                <a:ext uri="{FF2B5EF4-FFF2-40B4-BE49-F238E27FC236}">
                  <a16:creationId xmlns:a16="http://schemas.microsoft.com/office/drawing/2014/main" id="{B350FAAE-619E-D856-1B6A-46852C40223A}"/>
                </a:ext>
              </a:extLst>
            </p:cNvPr>
            <p:cNvSpPr/>
            <p:nvPr/>
          </p:nvSpPr>
          <p:spPr>
            <a:xfrm rot="10800000">
              <a:off x="3375955" y="2211298"/>
              <a:ext cx="339509" cy="10984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2" name="二等辺三角形 161">
              <a:extLst>
                <a:ext uri="{FF2B5EF4-FFF2-40B4-BE49-F238E27FC236}">
                  <a16:creationId xmlns:a16="http://schemas.microsoft.com/office/drawing/2014/main" id="{8D7FA80E-77F9-9A5E-B8DE-058E97A6B533}"/>
                </a:ext>
              </a:extLst>
            </p:cNvPr>
            <p:cNvSpPr/>
            <p:nvPr/>
          </p:nvSpPr>
          <p:spPr>
            <a:xfrm rot="7125980">
              <a:off x="3911042" y="1791193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二等辺三角形 162">
              <a:extLst>
                <a:ext uri="{FF2B5EF4-FFF2-40B4-BE49-F238E27FC236}">
                  <a16:creationId xmlns:a16="http://schemas.microsoft.com/office/drawing/2014/main" id="{F9F94D75-F6A8-9B39-427E-09B0440F590D}"/>
                </a:ext>
              </a:extLst>
            </p:cNvPr>
            <p:cNvSpPr/>
            <p:nvPr/>
          </p:nvSpPr>
          <p:spPr>
            <a:xfrm rot="14518754">
              <a:off x="3326207" y="1791191"/>
              <a:ext cx="419410" cy="127527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rgbClr val="8A6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426" name="図 425">
            <a:extLst>
              <a:ext uri="{FF2B5EF4-FFF2-40B4-BE49-F238E27FC236}">
                <a16:creationId xmlns:a16="http://schemas.microsoft.com/office/drawing/2014/main" id="{1E4DA8C9-06AE-14F0-D08D-A1D0D9A31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81387">
            <a:off x="9122552" y="1644429"/>
            <a:ext cx="567575" cy="56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22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b0b935-57bc-4081-b5d1-84582f95a16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2CB97357079744DA8D4F2159CBB0DD2" ma:contentTypeVersion="14" ma:contentTypeDescription="新しいドキュメントを作成します。" ma:contentTypeScope="" ma:versionID="a6b7fe6b0b0b5388e04d46dfc78206fa">
  <xsd:schema xmlns:xsd="http://www.w3.org/2001/XMLSchema" xmlns:xs="http://www.w3.org/2001/XMLSchema" xmlns:p="http://schemas.microsoft.com/office/2006/metadata/properties" xmlns:ns3="beb0b935-57bc-4081-b5d1-84582f95a16e" xmlns:ns4="0303aba9-c453-4d68-8f6f-0734d675052d" targetNamespace="http://schemas.microsoft.com/office/2006/metadata/properties" ma:root="true" ma:fieldsID="810188c9e218c9d4424386692b37d01d" ns3:_="" ns4:_="">
    <xsd:import namespace="beb0b935-57bc-4081-b5d1-84582f95a16e"/>
    <xsd:import namespace="0303aba9-c453-4d68-8f6f-0734d675052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0b935-57bc-4081-b5d1-84582f95a1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03aba9-c453-4d68-8f6f-0734d6750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A5D6E7-A203-4189-9B5A-CB93C3C3FB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E7758-CDE9-47CC-AD7A-90A37EA2CA7A}">
  <ds:schemaRefs>
    <ds:schemaRef ds:uri="beb0b935-57bc-4081-b5d1-84582f95a16e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303aba9-c453-4d68-8f6f-0734d675052d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58A248F-DC81-4D2B-BCF6-FE9953ACB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0b935-57bc-4081-b5d1-84582f95a16e"/>
    <ds:schemaRef ds:uri="0303aba9-c453-4d68-8f6f-0734d67505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d41d6d7-36ce-4e0c-8c6d-cf2c54c39039}" enabled="0" method="" siteId="{8d41d6d7-36ce-4e0c-8c6d-cf2c54c390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2144</TotalTime>
  <Words>180</Words>
  <Application>Microsoft Office PowerPoint</Application>
  <PresentationFormat>ワイド画面</PresentationFormat>
  <Paragraphs>32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5" baseType="lpstr">
      <vt:lpstr>BIZ UDPゴシック</vt:lpstr>
      <vt:lpstr>UD デジタル 教科書体 NK-B</vt:lpstr>
      <vt:lpstr>UD デジタル 教科書体 NK-R</vt:lpstr>
      <vt:lpstr>しねきゃぷしょん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THAP13A22425 小山柚結</dc:creator>
  <cp:lastModifiedBy>THAP14A22423 小山柚結</cp:lastModifiedBy>
  <cp:revision>3</cp:revision>
  <dcterms:created xsi:type="dcterms:W3CDTF">2026-03-23T05:53:43Z</dcterms:created>
  <dcterms:modified xsi:type="dcterms:W3CDTF">2026-06-12T10:02:43Z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0x01010092CB97357079744DA8D4F2159CBB0DD2</vt:lpwstr>
  </property>
</Properties>
</file>